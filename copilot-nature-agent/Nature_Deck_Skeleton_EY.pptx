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4" r:id="rId2"/>
  </p:sldMasterIdLst>
  <p:notesMasterIdLst>
    <p:notesMasterId r:id="rId5"/>
  </p:notesMasterIdLst>
  <p:sldIdLst>
    <p:sldId id="1881839119" r:id="rId3"/>
    <p:sldId id="259" r:id="rId4"/>
    <p:sldId id="1881839120" r:id="rId10"/>
    <p:sldId id="188183912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  <Relationship Id="rId10" Type="http://schemas.openxmlformats.org/officeDocument/2006/relationships/slide" Target="slides/slide3.xml"/>
  <Relationship Id="rId11" Type="http://schemas.openxmlformats.org/officeDocument/2006/relationships/slide" Target="slides/slide4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81C2B1-23C1-4307-B4AD-DAB351667850}" type="datetimeFigureOut">
              <a:rPr lang="en-IE" smtClean="0"/>
              <a:t>07/10/2026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DF5790-E546-4855-B1FF-519DEAB91AE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79386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{{s1_notes}}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E77733-57F8-4C9B-8F25-DC6A87FADDF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{{s2_notes}}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E77733-57F8-4C9B-8F25-DC6A87FADDF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{{s3_notes}}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E77733-57F8-4C9B-8F25-DC6A87FADDF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4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emf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6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 descr="A blurry image of a rainbow&#10;&#10;Description automatically generated"/>
          <p:cNvPicPr/>
          <p:nvPr userDrawn="1"/>
        </p:nvPicPr>
        <p:blipFill>
          <a:blip r:embed="rId4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75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7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sz="1600">
                <a:latin typeface="EYInterstate Regular" panose="0200050302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89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99" name="Freeform 298"/>
            <p:cNvSpPr/>
            <p:nvPr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 292"/>
            <p:cNvSpPr/>
            <p:nvPr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97" name="Freeform 296"/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 297"/>
            <p:cNvSpPr/>
            <p:nvPr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10" name="Group 309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311" name="Freeform 310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 311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6622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Spectru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5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 descr="A bright light in the dark&#10;&#10;Description automatically generated"/>
          <p:cNvPicPr/>
          <p:nvPr userDrawn="1"/>
        </p:nvPicPr>
        <p:blipFill>
          <a:blip r:embed="rId4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B400FF"/>
                </a:gs>
                <a:gs pos="100000">
                  <a:srgbClr val="4696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grpSp>
        <p:nvGrpSpPr>
          <p:cNvPr id="3" name="Group 2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6" name="Group 15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00023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Spectru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6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 descr="A colorful light in the dark&#10;&#10;Description automatically generated"/>
          <p:cNvPicPr/>
          <p:nvPr userDrawn="1"/>
        </p:nvPicPr>
        <p:blipFill>
          <a:blip r:embed="rId4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90475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Frame Yel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6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3" name="Group 2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74045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Frame Wri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5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2" name="Title 4"/>
          <p:cNvSpPr>
            <a:spLocks noGrp="1"/>
          </p:cNvSpPr>
          <p:nvPr>
            <p:ph type="title"/>
          </p:nvPr>
        </p:nvSpPr>
        <p:spPr>
          <a:xfrm>
            <a:off x="889762" y="21272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38649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3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44759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485774" y="719508"/>
            <a:ext cx="5706110" cy="4360545"/>
            <a:chOff x="485774" y="719508"/>
            <a:chExt cx="5706110" cy="4360545"/>
          </a:xfrm>
        </p:grpSpPr>
        <p:sp>
          <p:nvSpPr>
            <p:cNvPr id="10" name="Freeform 25"/>
            <p:cNvSpPr/>
            <p:nvPr userDrawn="1"/>
          </p:nvSpPr>
          <p:spPr>
            <a:xfrm>
              <a:off x="485774" y="49784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3"/>
            <p:cNvSpPr/>
            <p:nvPr userDrawn="1"/>
          </p:nvSpPr>
          <p:spPr>
            <a:xfrm>
              <a:off x="485775" y="7195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5" name="TextBox 14"/>
          <p:cNvSpPr txBox="1"/>
          <p:nvPr userDrawn="1"/>
        </p:nvSpPr>
        <p:spPr>
          <a:xfrm>
            <a:off x="461984" y="5552404"/>
            <a:ext cx="1045073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200">
                <a:solidFill>
                  <a:schemeClr val="bg1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1333184" y="5656264"/>
            <a:ext cx="8122101" cy="0"/>
          </a:xfrm>
          <a:prstGeom prst="line">
            <a:avLst/>
          </a:prstGeom>
          <a:ln w="9525" cap="flat" cmpd="sng" algn="ctr">
            <a:solidFill>
              <a:srgbClr val="C4C4C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1333184" y="5966393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1333184" y="6164011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Job Title</a:t>
            </a:r>
            <a:endParaRPr lang="en-GB"/>
          </a:p>
        </p:txBody>
      </p:sp>
      <p:sp>
        <p:nvSpPr>
          <p:cNvPr id="18" name="Picture Placeholder 19"/>
          <p:cNvSpPr>
            <a:spLocks noGrp="1"/>
          </p:cNvSpPr>
          <p:nvPr>
            <p:ph type="pic" sz="quarter" idx="16"/>
          </p:nvPr>
        </p:nvSpPr>
        <p:spPr>
          <a:xfrm>
            <a:off x="461983" y="5861846"/>
            <a:ext cx="5760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97099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Fram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7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1437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Fram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7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B400FF"/>
                </a:gs>
                <a:gs pos="100000">
                  <a:srgbClr val="4696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grpSp>
        <p:nvGrpSpPr>
          <p:cNvPr id="2" name="Group 1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1454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Fram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7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" name="Freeform 1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79118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Fram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7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00C864"/>
                </a:gs>
                <a:gs pos="100000">
                  <a:srgbClr val="4696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0899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Fram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6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32FF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79931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Fram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6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32FF"/>
                </a:gs>
                <a:gs pos="100000">
                  <a:srgbClr val="FF3C00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69472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Fram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6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B4FF00"/>
                </a:gs>
                <a:gs pos="100000">
                  <a:srgbClr val="32FF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87304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rry image of a colorful light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D584E2-E6B2-4A7D-81B0-8FBC634F9BA5}" type="slidenum">
              <a:rPr lang="en-GB" smtClean="0"/>
              <a:t>‹#›</a:t>
            </a:fld>
            <a:endParaRPr lang="en-GB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3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5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6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27635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rry image of a colorful light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C693411-32CC-4679-A80D-23B1CD26AF17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52400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light in the dark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DB1848-C723-40CA-AAF8-27AE56B8CEF8}" type="slidenum">
              <a:rPr lang="en-GB" smtClean="0"/>
              <a:t>‹#›</a:t>
            </a:fld>
            <a:endParaRPr lang="en-GB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8992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rry image of a rainbow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1BE1EA0-7103-4CDC-9A5A-77B17722C816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3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5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6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3064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olorful circle on a black background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126494D-DA71-43AD-9576-F8B7D241F4FA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4"/>
          <p:cNvSpPr>
            <a:spLocks noGrp="1"/>
          </p:cNvSpPr>
          <p:nvPr userDrawn="1"/>
        </p:nvSpPr>
        <p:spPr>
          <a:xfrm>
            <a:off x="485747" y="6494666"/>
            <a:ext cx="7192670" cy="123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>
                <a:solidFill>
                  <a:schemeClr val="bg1"/>
                </a:solidFill>
              </a:rPr>
              <a:t>Copyright © 2025 Ernst &amp; Young, Australia. All Rights Reserved. Liability limited by a scheme approved under Professional Standards Legislation</a:t>
            </a:r>
          </a:p>
        </p:txBody>
      </p:sp>
      <p:grpSp>
        <p:nvGrpSpPr>
          <p:cNvPr id="9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934714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rry image of a rainbow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216920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85000"/>
              </a:lnSpc>
              <a:spcAft>
                <a:spcPts val="0"/>
              </a:spcAft>
              <a:buNone/>
              <a:defRPr kumimoji="0" lang="en-US" sz="16600" b="1" i="0" u="none" strike="noStrike" kern="1200" cap="none" spc="0" normalizeH="0" baseline="0" dirty="0">
                <a:ln>
                  <a:noFill/>
                </a:ln>
                <a:solidFill>
                  <a:srgbClr val="747480">
                    <a:alpha val="50000"/>
                  </a:srgbClr>
                </a:solidFill>
                <a:uLnTx/>
                <a:uFillTx/>
                <a:latin typeface="EYInterstate Light" panose="02000506000000020004" pitchFamily="2" charset="0"/>
                <a:ea typeface="+mn-ea"/>
                <a:cs typeface="+mn-cs"/>
              </a:defRPr>
            </a:lvl1pPr>
          </a:lstStyle>
          <a:p>
            <a:pPr marL="0" marR="0" lvl="0" indent="0" algn="l" defTabSz="1007887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GB"/>
              <a:t>00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305361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38C7B00-708E-4E98-B608-05CD6141EFC3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73988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rry image of a rainbow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3314701" cy="470898"/>
          </a:xfrm>
        </p:spPr>
        <p:txBody>
          <a:bodyPr/>
          <a:lstStyle/>
          <a:p>
            <a:r>
              <a:rPr lang="en-GB"/>
              <a:t>Contents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85775" y="1411287"/>
            <a:ext cx="5099050" cy="463867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Introduction text goes here and delete the bullet if not required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6099647" y="1411287"/>
            <a:ext cx="5610225" cy="4638675"/>
          </a:xfrm>
        </p:spPr>
        <p:txBody>
          <a:bodyPr/>
          <a:lstStyle>
            <a:lvl1pPr marL="457200" indent="-457200">
              <a:buFont typeface="+mj-lt"/>
              <a:buAutoNum type="arabicPeriod"/>
              <a:defRPr sz="1800"/>
            </a:lvl1pPr>
            <a:lvl2pPr marL="914400" indent="-457200">
              <a:defRPr sz="1600"/>
            </a:lvl2pPr>
            <a:lvl3pPr marL="914400" indent="-457200">
              <a:defRPr sz="1600"/>
            </a:lvl3pPr>
            <a:lvl4pPr marL="914400" indent="-457200">
              <a:defRPr sz="1400"/>
            </a:lvl4pPr>
            <a:lvl5pPr marL="914400" indent="-457200">
              <a:defRPr sz="1400"/>
            </a:lvl5pPr>
          </a:lstStyle>
          <a:p>
            <a:pPr lvl="0"/>
            <a:r>
              <a:rPr lang="en-IN"/>
              <a:t>Section header goes here and to insert page numbers use the tab button on the keyboard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60FDFFA-E04C-4AED-83E7-8D0E4FB6C33C}" type="slidenum">
              <a:rPr lang="en-GB" smtClean="0"/>
              <a:t>‹#›</a:t>
            </a:fld>
            <a:endParaRPr lang="en-GB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4"/>
          <p:cNvSpPr>
            <a:spLocks noGrp="1"/>
          </p:cNvSpPr>
          <p:nvPr userDrawn="1"/>
        </p:nvSpPr>
        <p:spPr>
          <a:xfrm>
            <a:off x="485747" y="6494666"/>
            <a:ext cx="7192670" cy="123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>
                <a:solidFill>
                  <a:schemeClr val="bg1"/>
                </a:solidFill>
              </a:rPr>
              <a:t>Copyright © 2025 Ernst &amp; Young, Australia. All Rights Reserved. Liability limited by a scheme approved under Professional Standards Legislation</a:t>
            </a:r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56476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4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 descr="A bright light in the dark&#10;&#10;Description automatically generated"/>
          <p:cNvPicPr/>
          <p:nvPr userDrawn="1"/>
        </p:nvPicPr>
        <p:blipFill>
          <a:blip r:embed="rId4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11224347" cy="470898"/>
          </a:xfrm>
        </p:spPr>
        <p:txBody>
          <a:bodyPr vert="horz"/>
          <a:lstStyle/>
          <a:p>
            <a:r>
              <a:rPr lang="en-GB"/>
              <a:t>Agenda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96623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3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485523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36" name="SmartArt Placeholder 35"/>
          <p:cNvSpPr>
            <a:spLocks noGrp="1"/>
          </p:cNvSpPr>
          <p:nvPr>
            <p:ph type="dgm" sz="quarter" idx="36" hasCustomPrompt="1"/>
          </p:nvPr>
        </p:nvSpPr>
        <p:spPr>
          <a:xfrm>
            <a:off x="2556050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</a:lvl1pPr>
          </a:lstStyle>
          <a:p>
            <a:r>
              <a:rPr lang="en-US"/>
              <a:t> </a:t>
            </a:r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28" hasCustomPrompt="1"/>
          </p:nvPr>
        </p:nvSpPr>
        <p:spPr>
          <a:xfrm>
            <a:off x="2756521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2845421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37" name="SmartArt Placeholder 35"/>
          <p:cNvSpPr>
            <a:spLocks noGrp="1"/>
          </p:cNvSpPr>
          <p:nvPr>
            <p:ph type="dgm" sz="quarter" idx="37" hasCustomPrompt="1"/>
          </p:nvPr>
        </p:nvSpPr>
        <p:spPr>
          <a:xfrm flipH="1">
            <a:off x="4915948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</a:lvl1pPr>
          </a:lstStyle>
          <a:p>
            <a:r>
              <a:rPr lang="en-US"/>
              <a:t> </a:t>
            </a:r>
          </a:p>
        </p:txBody>
      </p:sp>
      <p:sp>
        <p:nvSpPr>
          <p:cNvPr id="20" name="Text Placeholder 9"/>
          <p:cNvSpPr>
            <a:spLocks noGrp="1"/>
          </p:cNvSpPr>
          <p:nvPr>
            <p:ph type="body" sz="quarter" idx="30" hasCustomPrompt="1"/>
          </p:nvPr>
        </p:nvSpPr>
        <p:spPr>
          <a:xfrm>
            <a:off x="5116419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31" hasCustomPrompt="1"/>
          </p:nvPr>
        </p:nvSpPr>
        <p:spPr>
          <a:xfrm flipH="1">
            <a:off x="5205319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38" name="SmartArt Placeholder 35"/>
          <p:cNvSpPr>
            <a:spLocks noGrp="1"/>
          </p:cNvSpPr>
          <p:nvPr>
            <p:ph type="dgm" sz="quarter" idx="38" hasCustomPrompt="1"/>
          </p:nvPr>
        </p:nvSpPr>
        <p:spPr>
          <a:xfrm>
            <a:off x="7275846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</a:lvl1pPr>
          </a:lstStyle>
          <a:p>
            <a:r>
              <a:rPr lang="en-US"/>
              <a:t> 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32" hasCustomPrompt="1"/>
          </p:nvPr>
        </p:nvSpPr>
        <p:spPr>
          <a:xfrm>
            <a:off x="7476317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25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7565217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39" name="SmartArt Placeholder 35"/>
          <p:cNvSpPr>
            <a:spLocks noGrp="1"/>
          </p:cNvSpPr>
          <p:nvPr>
            <p:ph type="dgm" sz="quarter" idx="39" hasCustomPrompt="1"/>
          </p:nvPr>
        </p:nvSpPr>
        <p:spPr>
          <a:xfrm>
            <a:off x="9635744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</a:lvl1pPr>
          </a:lstStyle>
          <a:p>
            <a:r>
              <a:rPr lang="en-US"/>
              <a:t> </a:t>
            </a:r>
          </a:p>
        </p:txBody>
      </p:sp>
      <p:sp>
        <p:nvSpPr>
          <p:cNvPr id="30" name="Text Placeholder 9"/>
          <p:cNvSpPr>
            <a:spLocks noGrp="1"/>
          </p:cNvSpPr>
          <p:nvPr>
            <p:ph type="body" sz="quarter" idx="34" hasCustomPrompt="1"/>
          </p:nvPr>
        </p:nvSpPr>
        <p:spPr>
          <a:xfrm>
            <a:off x="9836214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34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9925114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2"/>
          </p:nvPr>
        </p:nvSpPr>
        <p:spPr/>
        <p:txBody>
          <a:bodyPr/>
          <a:lstStyle/>
          <a:p>
            <a:fld id="{5AAF7C1F-4F4E-4041-B532-2ABAEFD071B8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1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4622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olorful circle on a black background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4F9DDD0-D032-4344-A085-74FA98C6B8BF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4"/>
          <p:cNvSpPr>
            <a:spLocks noGrp="1"/>
          </p:cNvSpPr>
          <p:nvPr userDrawn="1"/>
        </p:nvSpPr>
        <p:spPr>
          <a:xfrm>
            <a:off x="485747" y="6494666"/>
            <a:ext cx="7192670" cy="123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>
                <a:solidFill>
                  <a:schemeClr val="bg1"/>
                </a:solidFill>
              </a:rPr>
              <a:t>Copyright © 2025 Ernst &amp; Young, Australia. All Rights Reserved. Liability limited by a scheme approved under Professional Standards Legislation</a:t>
            </a:r>
          </a:p>
        </p:txBody>
      </p:sp>
      <p:grpSp>
        <p:nvGrpSpPr>
          <p:cNvPr id="8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1278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rry image of a colorful light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61AEE8-B02E-49A3-B84C-3C1728A5CE38}" type="slidenum">
              <a:rPr lang="en-GB" smtClean="0"/>
              <a:t>‹#›</a:t>
            </a:fld>
            <a:endParaRPr lang="en-GB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4"/>
          <p:cNvSpPr>
            <a:spLocks noGrp="1"/>
          </p:cNvSpPr>
          <p:nvPr userDrawn="1"/>
        </p:nvSpPr>
        <p:spPr>
          <a:xfrm>
            <a:off x="485747" y="6494666"/>
            <a:ext cx="7192670" cy="123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>
                <a:solidFill>
                  <a:schemeClr val="bg1"/>
                </a:solidFill>
              </a:rPr>
              <a:t>Copyright © 2025 Ernst &amp; Young, Australia. All Rights Reserved. Liability limited by a scheme approved under Professional Standards Legislation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94400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and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4" name="Text Placeholder 23"/>
          <p:cNvSpPr>
            <a:spLocks noGrp="1"/>
          </p:cNvSpPr>
          <p:nvPr>
            <p:ph type="body" sz="quarter" idx="26" hasCustomPrompt="1"/>
          </p:nvPr>
        </p:nvSpPr>
        <p:spPr>
          <a:xfrm>
            <a:off x="772884" y="358916"/>
            <a:ext cx="2023892" cy="1419083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9200" b="0" i="0">
                <a:solidFill>
                  <a:schemeClr val="tx2"/>
                </a:solidFill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/>
              <a:t>“</a:t>
            </a:r>
          </a:p>
        </p:txBody>
      </p:sp>
      <p:sp>
        <p:nvSpPr>
          <p:cNvPr id="5" name="Text Placeholder 23"/>
          <p:cNvSpPr>
            <a:spLocks noGrp="1"/>
          </p:cNvSpPr>
          <p:nvPr>
            <p:ph type="body" sz="quarter" idx="25" hasCustomPrompt="1"/>
          </p:nvPr>
        </p:nvSpPr>
        <p:spPr>
          <a:xfrm>
            <a:off x="864959" y="1958113"/>
            <a:ext cx="7524979" cy="2721927"/>
          </a:xfrm>
        </p:spPr>
        <p:txBody>
          <a:bodyPr/>
          <a:lstStyle>
            <a:lvl1pPr marL="0" indent="0">
              <a:buNone/>
              <a:defRPr sz="4800" b="0" i="0"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/>
              <a:t>Quote goes here.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864959" y="4980757"/>
            <a:ext cx="3445104" cy="193899"/>
          </a:xfr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864961" y="5184857"/>
            <a:ext cx="3445104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218C1317-6CB0-45E7-9E7B-266B22DA9F7F}" type="slidenum">
              <a:rPr lang="en-GB" smtClean="0"/>
              <a:t>‹#›</a:t>
            </a:fld>
            <a:endParaRPr lang="en-GB"/>
          </a:p>
        </p:txBody>
      </p:sp>
      <p:sp>
        <p:nvSpPr>
          <p:cNvPr id="18" name="Date Placeholder 17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4"/>
          <p:cNvSpPr>
            <a:spLocks noGrp="1"/>
          </p:cNvSpPr>
          <p:nvPr userDrawn="1"/>
        </p:nvSpPr>
        <p:spPr>
          <a:xfrm>
            <a:off x="485747" y="6494666"/>
            <a:ext cx="7192670" cy="123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>
                <a:solidFill>
                  <a:schemeClr val="bg1"/>
                </a:solidFill>
              </a:rPr>
              <a:t>Copyright © 2025 Ernst &amp; Young, Australia. All Rights Reserved. Liability limited by a scheme approved under Professional Standards Legislation</a:t>
            </a:r>
          </a:p>
        </p:txBody>
      </p:sp>
      <p:sp>
        <p:nvSpPr>
          <p:cNvPr id="15" name="SmartArt Placeholder 13"/>
          <p:cNvSpPr>
            <a:spLocks noGrp="1"/>
          </p:cNvSpPr>
          <p:nvPr>
            <p:ph type="dgm" sz="quarter" idx="34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  <p:sp>
        <p:nvSpPr>
          <p:cNvPr id="17" name="SmartArt Placeholder 14"/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583206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/>
          <p:cNvSpPr>
            <a:spLocks noGrp="1"/>
          </p:cNvSpPr>
          <p:nvPr>
            <p:ph type="media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  <p:sp>
        <p:nvSpPr>
          <p:cNvPr id="6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485747" y="6327804"/>
            <a:ext cx="509098" cy="123111"/>
          </a:xfrm>
        </p:spPr>
        <p:txBody>
          <a:bodyPr/>
          <a:lstStyle/>
          <a:p>
            <a:fld id="{7204FF08-ACE0-4AA3-B197-D684A68AB0D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Date Placeholder 8"/>
          <p:cNvSpPr>
            <a:spLocks noGrp="1"/>
          </p:cNvSpPr>
          <p:nvPr>
            <p:ph type="dt" sz="half" idx="10"/>
          </p:nvPr>
        </p:nvSpPr>
        <p:spPr>
          <a:xfrm>
            <a:off x="994845" y="6327804"/>
            <a:ext cx="1275686" cy="123111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2270531" y="6327804"/>
            <a:ext cx="3825470" cy="123111"/>
          </a:xfrm>
        </p:spPr>
        <p:txBody>
          <a:bodyPr/>
          <a:lstStyle/>
          <a:p>
            <a:endParaRPr lang="en-US"/>
          </a:p>
        </p:txBody>
      </p:sp>
      <p:sp>
        <p:nvSpPr>
          <p:cNvPr id="2" name="Footer Placeholder 4"/>
          <p:cNvSpPr>
            <a:spLocks noGrp="1"/>
          </p:cNvSpPr>
          <p:nvPr userDrawn="1"/>
        </p:nvSpPr>
        <p:spPr>
          <a:xfrm>
            <a:off x="485747" y="6494666"/>
            <a:ext cx="7192670" cy="123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>
                <a:solidFill>
                  <a:schemeClr val="bg1"/>
                </a:solidFill>
              </a:rPr>
              <a:t>Copyright © 2025 Ernst &amp; Young, Australia. All Rights Reserved. Liability limited by a scheme approved under Professional Standards Legislation</a:t>
            </a:r>
          </a:p>
        </p:txBody>
      </p:sp>
      <p:sp>
        <p:nvSpPr>
          <p:cNvPr id="12" name="SmartArt Placeholder 13"/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  <p:sp>
        <p:nvSpPr>
          <p:cNvPr id="13" name="SmartArt Placeholder 14"/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721270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31595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Background" descr="A blurry image of a rainbow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-1"/>
            <a:ext cx="12193200" cy="6861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85523" y="2523291"/>
            <a:ext cx="3571200" cy="1438855"/>
          </a:xfr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bg1"/>
                </a:solidFill>
                <a:latin typeface="+mj-lt"/>
              </a:defRPr>
            </a:lvl1pPr>
            <a:lvl2pPr marL="252000" indent="0" algn="ctr">
              <a:buNone/>
            </a:lvl2pPr>
            <a:lvl3pPr algn="ctr"/>
            <a:lvl4pPr algn="ctr"/>
            <a:lvl5pPr algn="ctr"/>
          </a:lstStyle>
          <a:p>
            <a:pPr lvl="0"/>
            <a:r>
              <a:rPr lang="en-GB"/>
              <a:t>000</a:t>
            </a:r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485523" y="3936165"/>
            <a:ext cx="3571200" cy="2113797"/>
          </a:xfrm>
        </p:spPr>
        <p:txBody>
          <a:bodyPr/>
          <a:lstStyle>
            <a:lvl1pPr marL="0" indent="0" algn="ctr">
              <a:buNone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4312096" y="2531683"/>
            <a:ext cx="3571200" cy="1438855"/>
          </a:xfr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bg1"/>
                </a:solidFill>
                <a:latin typeface="+mj-lt"/>
              </a:defRPr>
            </a:lvl1pPr>
            <a:lvl2pPr algn="ctr"/>
            <a:lvl3pPr algn="ctr"/>
            <a:lvl4pPr algn="ctr"/>
            <a:lvl5pPr algn="ctr"/>
          </a:lstStyle>
          <a:p>
            <a:pPr lvl="0"/>
            <a:r>
              <a:rPr lang="en-GB"/>
              <a:t>000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4312096" y="3936165"/>
            <a:ext cx="3571200" cy="2113797"/>
          </a:xfrm>
        </p:spPr>
        <p:txBody>
          <a:bodyPr/>
          <a:lstStyle>
            <a:lvl1pPr marL="0" indent="0" algn="ctr">
              <a:buNone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8138670" y="2531683"/>
            <a:ext cx="3571200" cy="1438855"/>
          </a:xfr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bg1"/>
                </a:solidFill>
                <a:latin typeface="+mj-lt"/>
              </a:defRPr>
            </a:lvl1pPr>
            <a:lvl2pPr algn="ctr"/>
            <a:lvl3pPr algn="ctr"/>
            <a:lvl4pPr algn="ctr"/>
            <a:lvl5pPr algn="ctr"/>
          </a:lstStyle>
          <a:p>
            <a:pPr lvl="0"/>
            <a:r>
              <a:rPr lang="en-GB"/>
              <a:t>000</a:t>
            </a:r>
          </a:p>
        </p:txBody>
      </p:sp>
      <p:sp>
        <p:nvSpPr>
          <p:cNvPr id="22" name="Text Placeholder 9"/>
          <p:cNvSpPr>
            <a:spLocks noGrp="1"/>
          </p:cNvSpPr>
          <p:nvPr>
            <p:ph type="body" sz="quarter" idx="18"/>
          </p:nvPr>
        </p:nvSpPr>
        <p:spPr>
          <a:xfrm>
            <a:off x="8138670" y="3936165"/>
            <a:ext cx="3571200" cy="2113797"/>
          </a:xfrm>
        </p:spPr>
        <p:txBody>
          <a:bodyPr/>
          <a:lstStyle>
            <a:lvl1pPr marL="0" indent="0" algn="ctr">
              <a:buNone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85747" y="6327804"/>
            <a:ext cx="509098" cy="123111"/>
          </a:xfrm>
          <a:prstGeom prst="rect">
            <a:avLst/>
          </a:prstGeom>
        </p:spPr>
        <p:txBody>
          <a:bodyPr/>
          <a:lstStyle/>
          <a:p>
            <a:fld id="{786A0FED-F61E-4244-81E1-9D77C39BCDF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94845" y="6327804"/>
            <a:ext cx="1275686" cy="12311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270531" y="6327804"/>
            <a:ext cx="3825470" cy="12311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grpSp>
        <p:nvGrpSpPr>
          <p:cNvPr id="9" name="Logo"/>
          <p:cNvGrpSpPr/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1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25403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s-bullets-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2913" y="438150"/>
            <a:ext cx="11322050" cy="714375"/>
          </a:xfrm>
        </p:spPr>
        <p:txBody>
          <a:bodyPr/>
          <a:lstStyle>
            <a:lvl1pPr>
              <a:lnSpc>
                <a:spcPts val="2700"/>
              </a:lnSpc>
              <a:spcAft>
                <a:spcPts val="300"/>
              </a:spcAft>
              <a:defRPr sz="2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Standard slide</a:t>
            </a:r>
            <a:endParaRPr lang="en-GB"/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11461907" y="6356351"/>
            <a:ext cx="303055" cy="311150"/>
            <a:chOff x="7110" y="4004"/>
            <a:chExt cx="191" cy="196"/>
          </a:xfrm>
        </p:grpSpPr>
        <p:sp>
          <p:nvSpPr>
            <p:cNvPr id="12" name="Freeform 5"/>
            <p:cNvSpPr/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998"/>
            </a:p>
          </p:txBody>
        </p:sp>
        <p:sp>
          <p:nvSpPr>
            <p:cNvPr id="13" name="Freeform 6"/>
            <p:cNvSpPr/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998"/>
            </a:p>
          </p:txBody>
        </p:sp>
        <p:sp>
          <p:nvSpPr>
            <p:cNvPr id="14" name="Freeform 7"/>
            <p:cNvSpPr/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998"/>
            </a:p>
          </p:txBody>
        </p:sp>
      </p:grpSp>
      <p:sp>
        <p:nvSpPr>
          <p:cNvPr id="17" name="Slide Number Placeholder 4"/>
          <p:cNvSpPr txBox="1"/>
          <p:nvPr userDrawn="1"/>
        </p:nvSpPr>
        <p:spPr>
          <a:xfrm>
            <a:off x="440929" y="6471244"/>
            <a:ext cx="662721" cy="180000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800"/>
              <a:t>Page </a:t>
            </a:r>
            <a:fld id="{E6DAB4A4-27C4-4692-AFD5-1E6CE69ADBDA}" type="slidenum">
              <a:rPr lang="en-IN" sz="800" smtClean="0"/>
              <a:t>‹#›</a:t>
            </a:fld>
            <a:endParaRPr sz="800"/>
          </a:p>
        </p:txBody>
      </p:sp>
    </p:spTree>
    <p:extLst>
      <p:ext uri="{BB962C8B-B14F-4D97-AF65-F5344CB8AC3E}">
        <p14:creationId xmlns:p14="http://schemas.microsoft.com/office/powerpoint/2010/main" val="1349798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>
          <p15:clr>
            <a:srgbClr val="FBAE40"/>
          </p15:clr>
        </p15:guide>
        <p15:guide id="5" pos="7432">
          <p15:clr>
            <a:srgbClr val="F26B43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Line 10"/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8" noProof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429593" y="6471244"/>
            <a:ext cx="1190638" cy="1800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491874" y="6471244"/>
            <a:ext cx="3208254" cy="180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Page </a:t>
            </a:r>
            <a:fld id="{FF213AF8-FFED-4B53-BA54-1560C121C9F4}" type="slidenum">
              <a:rPr smtClean="0"/>
              <a:t>‹#›</a:t>
            </a:fld>
            <a:endParaRPr/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3" name="Picture 122"/>
          <p:cNvPicPr>
            <a:picLocks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>
          <a:xfrm>
            <a:off x="11678390" y="6379058"/>
            <a:ext cx="270278" cy="2912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63146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8827" cy="685800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607483" y="719139"/>
            <a:ext cx="3598126" cy="4680594"/>
          </a:xfrm>
          <a:prstGeom prst="rect">
            <a:avLst/>
          </a:prstGeom>
        </p:spPr>
        <p:txBody>
          <a:bodyPr lIns="0" tIns="0" rIns="35981" bIns="0">
            <a:noAutofit/>
          </a:bodyPr>
          <a:lstStyle/>
          <a:p>
            <a:pPr marL="0" marR="0" lvl="0" indent="0" algn="l" defTabSz="1042534" rtl="0">
              <a:lnSpc>
                <a:spcPct val="100000"/>
              </a:lnSpc>
              <a:spcBef>
                <a:spcPts val="0"/>
              </a:spcBef>
              <a:spcAft>
                <a:spcPts val="1199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en-US" sz="999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EY</a:t>
            </a:r>
            <a:r>
              <a:rPr kumimoji="0" lang="en-GB" sz="999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 | Assurance | Tax | Transactions | Advisory</a:t>
            </a: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r>
              <a:rPr lang="en-GB" sz="999" kern="0" noProof="0">
                <a:solidFill>
                  <a:schemeClr val="bg1"/>
                </a:solidFill>
                <a:latin typeface="EYInterstate Light"/>
                <a:ea typeface="+mn-ea"/>
                <a:cs typeface="Arial"/>
              </a:rPr>
              <a:t>About EY</a:t>
            </a: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endParaRPr kumimoji="0" lang="en-IN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EYInterstate Light" pitchFamily="2" charset="0"/>
              <a:ea typeface="+mn-ea"/>
              <a:cs typeface="+mn-cs"/>
            </a:endParaRPr>
          </a:p>
          <a:p>
            <a:pPr marL="0" marR="0" lvl="3" indent="0" algn="l" defTabSz="1042534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75000"/>
              <a:buFontTx/>
              <a:buNone/>
              <a:tabLst/>
            </a:pP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EY is a global leader in assurance, tax, transaction and advisory services. The insights and quality services we deliver help build trust and confidence </a:t>
            </a:r>
            <a:b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</a:b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in the capital markets and in economies the world over. We develop outstanding leaders who team to deliver on our promises to all of our stakeholders. In so doing, we play a critical role in building a better </a:t>
            </a:r>
            <a:b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</a:b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working world for our people, for our clients and for our communities.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EYInterstate Light" pitchFamily="2" charset="0"/>
              <a:ea typeface="+mn-ea"/>
              <a:cs typeface="+mn-cs"/>
            </a:endParaRPr>
          </a:p>
          <a:p>
            <a:pPr marL="0" marR="0" lvl="3" indent="0" algn="l" defTabSz="1042534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75000"/>
              <a:buFontTx/>
              <a:buNone/>
              <a:tabLst/>
            </a:pP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EY refers to the global organization, and may refer to one or more, of the member firms of Ernst &amp; Young Global Limited, each of which is a separate legal entity. Ernst &amp; Young Global Limited, a UK company limited by guarantee, does not provide services to clients. Information about how EY collects and uses personal data and a description of the rights individuals have under data protection legislation are available via ey.com/privacy. For more information about our organization, please visit ey.com.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EYInterstate Light" pitchFamily="2" charset="0"/>
              <a:ea typeface="+mn-ea"/>
              <a:cs typeface="+mn-cs"/>
            </a:endParaRP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r>
              <a:rPr lang="en-GB" sz="800" kern="0" noProof="0">
                <a:solidFill>
                  <a:schemeClr val="bg1"/>
                </a:solidFill>
                <a:latin typeface="EYInterstate Light"/>
                <a:ea typeface="+mn-ea"/>
                <a:cs typeface="+mn-cs"/>
              </a:rPr>
              <a:t>© 2020 EYGM Limited.</a:t>
            </a:r>
            <a:br>
              <a:rPr lang="en-GB" sz="800" kern="0" noProof="0">
                <a:solidFill>
                  <a:schemeClr val="bg1"/>
                </a:solidFill>
                <a:latin typeface="EYInterstate Light"/>
                <a:ea typeface="+mn-ea"/>
                <a:cs typeface="+mn-cs"/>
              </a:rPr>
            </a:br>
            <a:r>
              <a:rPr lang="en-GB" sz="800" kern="0" noProof="0">
                <a:solidFill>
                  <a:schemeClr val="bg1"/>
                </a:solidFill>
                <a:latin typeface="EYInterstate Light"/>
                <a:ea typeface="+mn-ea"/>
                <a:cs typeface="+mn-cs"/>
              </a:rPr>
              <a:t>All Rights Reserved.</a:t>
            </a: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endParaRPr lang="en-GB" sz="800" kern="0" noProof="0">
              <a:solidFill>
                <a:schemeClr val="bg1"/>
              </a:solidFill>
              <a:latin typeface="EYInterstate Light"/>
              <a:ea typeface="+mn-ea"/>
              <a:cs typeface="+mn-cs"/>
            </a:endParaRP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r>
              <a:rPr lang="en-GB" sz="800" kern="0" noProof="0">
                <a:solidFill>
                  <a:schemeClr val="bg1"/>
                </a:solidFill>
                <a:latin typeface="EYInterstate Light"/>
                <a:ea typeface="+mn-ea"/>
                <a:cs typeface="+mn-cs"/>
              </a:rPr>
              <a:t>EYG/OC/FEA no.</a:t>
            </a: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endParaRPr lang="en-GB" sz="800" kern="0" noProof="0">
              <a:solidFill>
                <a:schemeClr val="bg1"/>
              </a:solidFill>
              <a:latin typeface="EYInterstate Light"/>
              <a:ea typeface="+mn-ea"/>
              <a:cs typeface="+mn-cs"/>
            </a:endParaRP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r>
              <a:rPr lang="en-GB" sz="800" kern="0" noProof="0">
                <a:solidFill>
                  <a:schemeClr val="bg1"/>
                </a:solidFill>
                <a:latin typeface="EYInterstate Light"/>
                <a:ea typeface="+mn-ea"/>
                <a:cs typeface="+mn-cs"/>
              </a:rPr>
              <a:t>EY##### (UK) ##/20. CSG London.</a:t>
            </a: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endParaRPr lang="en-GB" sz="800" kern="0" noProof="0">
              <a:solidFill>
                <a:schemeClr val="bg1"/>
              </a:solidFill>
              <a:latin typeface="EYInterstate Light"/>
              <a:ea typeface="+mn-ea"/>
              <a:cs typeface="+mn-cs"/>
            </a:endParaRP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r>
              <a:rPr lang="en-GB" sz="800" kern="0" noProof="0">
                <a:solidFill>
                  <a:schemeClr val="bg1"/>
                </a:solidFill>
                <a:latin typeface="EYInterstate Light"/>
                <a:ea typeface="+mn-ea"/>
                <a:cs typeface="+mn-cs"/>
              </a:rPr>
              <a:t>ED MMYY</a:t>
            </a: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endParaRPr lang="en-GB" sz="800" kern="0" noProof="0">
              <a:solidFill>
                <a:schemeClr val="bg1"/>
              </a:solidFill>
              <a:latin typeface="EYInterstate Light"/>
              <a:ea typeface="+mn-ea"/>
              <a:cs typeface="+mn-cs"/>
            </a:endParaRPr>
          </a:p>
          <a:p>
            <a:pPr marL="0" marR="0" lvl="3" indent="0" algn="l" defTabSz="1042534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Pct val="75000"/>
              <a:buFontTx/>
              <a:buNone/>
              <a:tabLst/>
            </a:pPr>
            <a:r>
              <a:rPr kumimoji="0" lang="en-GB" sz="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This material has been prepared for general informational purposes only and is not intended to </a:t>
            </a:r>
            <a:br>
              <a:rPr kumimoji="0" lang="en-GB" sz="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</a:br>
            <a:r>
              <a:rPr kumimoji="0" lang="en-GB" sz="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be relied upon as accounting, tax or other professional advice. Please refer to your advisors for </a:t>
            </a:r>
            <a:br>
              <a:rPr kumimoji="0" lang="en-GB" sz="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</a:br>
            <a:r>
              <a:rPr kumimoji="0" lang="en-GB" sz="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specific advice.</a:t>
            </a:r>
          </a:p>
          <a:p>
            <a:pPr marL="0" marR="0" lvl="3" indent="0" algn="l" defTabSz="1042534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Pct val="75000"/>
              <a:buFontTx/>
              <a:buNone/>
              <a:tabLst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ey.com/*******</a:t>
            </a:r>
          </a:p>
        </p:txBody>
      </p:sp>
    </p:spTree>
    <p:extLst>
      <p:ext uri="{BB962C8B-B14F-4D97-AF65-F5344CB8AC3E}">
        <p14:creationId xmlns:p14="http://schemas.microsoft.com/office/powerpoint/2010/main" val="494177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429593" y="6471244"/>
            <a:ext cx="1190638" cy="1800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491874" y="6471244"/>
            <a:ext cx="3208254" cy="180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Page </a:t>
            </a:r>
            <a:fld id="{78BE7C29-9BE6-4073-8387-F0C8A984B7CC}" type="slidenum">
              <a:rPr smtClean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615865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12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Enterprise Reimagined and our Transformation Big Bet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Slide Number Placeholder 4"/>
          <p:cNvSpPr txBox="1"/>
          <p:nvPr userDrawn="1"/>
        </p:nvSpPr>
        <p:spPr>
          <a:xfrm>
            <a:off x="440929" y="6471244"/>
            <a:ext cx="662721" cy="180000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800"/>
              <a:t>Page </a:t>
            </a:r>
            <a:fld id="{CFD7EDB9-8A24-4B09-B23D-9391D0C34315}" type="slidenum">
              <a:rPr lang="en-IN" sz="800" smtClean="0"/>
              <a:t>‹#›</a:t>
            </a:fld>
            <a:endParaRPr sz="800"/>
          </a:p>
        </p:txBody>
      </p:sp>
    </p:spTree>
    <p:extLst>
      <p:ext uri="{BB962C8B-B14F-4D97-AF65-F5344CB8AC3E}">
        <p14:creationId xmlns:p14="http://schemas.microsoft.com/office/powerpoint/2010/main" val="12350603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/>
          <p:cNvSpPr>
            <a:spLocks noGrp="1"/>
          </p:cNvSpPr>
          <p:nvPr>
            <p:ph sz="quarter" idx="16"/>
          </p:nvPr>
        </p:nvSpPr>
        <p:spPr>
          <a:xfrm>
            <a:off x="485520" y="1411287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quarter" idx="15"/>
          </p:nvPr>
        </p:nvSpPr>
        <p:spPr>
          <a:xfrm>
            <a:off x="6353069" y="1411287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17AB4-795F-4BB5-8C19-C05EFD5A70A1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Unleashing Agents: Extending Copilot To Transform LBG</a:t>
            </a:r>
            <a:endParaRPr lang="en-US"/>
          </a:p>
        </p:txBody>
      </p:sp>
      <p:grpSp>
        <p:nvGrpSpPr>
          <p:cNvPr id="8" name="Logo"/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9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sp>
        <p:nvSpPr>
          <p:cNvPr id="7" name="Slide Number Placeholder 4"/>
          <p:cNvSpPr txBox="1"/>
          <p:nvPr userDrawn="1"/>
        </p:nvSpPr>
        <p:spPr>
          <a:xfrm>
            <a:off x="440929" y="6471244"/>
            <a:ext cx="662721" cy="180000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800"/>
              <a:t>Page </a:t>
            </a:r>
            <a:fld id="{4E97DA86-E44F-4586-A38A-B30C0F019B38}" type="slidenum">
              <a:rPr lang="en-IN" sz="800" smtClean="0"/>
              <a:t>‹#›</a:t>
            </a:fld>
            <a:endParaRPr sz="800"/>
          </a:p>
        </p:txBody>
      </p:sp>
    </p:spTree>
    <p:extLst>
      <p:ext uri="{BB962C8B-B14F-4D97-AF65-F5344CB8AC3E}">
        <p14:creationId xmlns:p14="http://schemas.microsoft.com/office/powerpoint/2010/main" val="4358514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0822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rry image of a rainbow&#10;&#10;Description automatically generated">
            <a:extLst>
              <a:ext uri="{FF2B5EF4-FFF2-40B4-BE49-F238E27FC236}">
                <a16:creationId xmlns:a16="http://schemas.microsoft.com/office/drawing/2014/main" id="{317BE7A3-A673-B58A-8BE4-D36A0E590D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D8D2553-DCAF-2D9D-2138-FE4E794B7FFA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AD4E5D8B-12B4-19F3-17D4-D12BF368FC85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219789D6-6B07-F2E6-06BE-8CA9DC83E385}"/>
                </a:ext>
              </a:extLst>
            </p:cNvPr>
            <p:cNvSpPr/>
            <p:nvPr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767D4D9-A47B-4020-6B9B-87B081166C85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70589FC3-4491-BD75-2C16-660DF0B71BBC}"/>
                </a:ext>
              </a:extLst>
            </p:cNvPr>
            <p:cNvSpPr/>
            <p:nvPr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B00DB918-F11D-F855-5478-ECB25A1AC3D1}"/>
                </a:ext>
              </a:extLst>
            </p:cNvPr>
            <p:cNvSpPr/>
            <p:nvPr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274" name="Subtitle 2">
            <a:extLst>
              <a:ext uri="{FF2B5EF4-FFF2-40B4-BE49-F238E27FC236}">
                <a16:creationId xmlns:a16="http://schemas.microsoft.com/office/drawing/2014/main" id="{74103396-CF0A-A808-BF1B-463C3EF7376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sz="16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75" name="Title 4">
            <a:extLst>
              <a:ext uri="{FF2B5EF4-FFF2-40B4-BE49-F238E27FC236}">
                <a16:creationId xmlns:a16="http://schemas.microsoft.com/office/drawing/2014/main" id="{B57CD4DB-AED0-4F7E-41BA-02CA96598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9" name="Text Placeholder 288">
            <a:extLst>
              <a:ext uri="{FF2B5EF4-FFF2-40B4-BE49-F238E27FC236}">
                <a16:creationId xmlns:a16="http://schemas.microsoft.com/office/drawing/2014/main" id="{31D45A6D-135C-8C27-4F13-A3BC79AB3E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FA35A17-6E72-5D10-337D-87AD82CF516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D8B71BF-2CD6-B365-4402-A8FF831788C7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A718681-C140-C687-56FE-5B74AAC28F64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5F880BD-E431-2A19-D56A-8B37360C1C20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71926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right light in the dark&#10;&#10;Description automatically generated">
            <a:extLst>
              <a:ext uri="{FF2B5EF4-FFF2-40B4-BE49-F238E27FC236}">
                <a16:creationId xmlns:a16="http://schemas.microsoft.com/office/drawing/2014/main" id="{963FEC0B-473D-E3B8-1E1E-E29DFA66AD1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FB16D98-C784-FAB9-BCBC-EA53480E5BA8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788DF65-E85A-7EA9-F2BB-B439D5C7EB16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DB6421F7-1BA7-70C3-4C7B-0694CD3F9A6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0E8BD61-2DD9-6340-EB16-98CFEA0A221D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038A11-FAB8-DE3A-2D5D-3D1F11925688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D45E8E5-E623-933A-074B-D3B9860ABECB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4CE2B77E-5DDA-CC5C-A575-69779E57947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2C2EB3B4-62C2-DB27-F905-7B5310DF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41B1F747-977A-C01C-9182-B92C691E57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A5EC877-2F2D-B87F-413C-A62960EC670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E00CEB3-70C1-B84B-69F4-47C6239A963C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B1A4559-3046-DB7C-170D-8B5BA7C09322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32AF557-95D5-C3A7-8762-30EB758F1305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048455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light in the dark&#10;&#10;Description automatically generated">
            <a:extLst>
              <a:ext uri="{FF2B5EF4-FFF2-40B4-BE49-F238E27FC236}">
                <a16:creationId xmlns:a16="http://schemas.microsoft.com/office/drawing/2014/main" id="{76F31E31-25A6-21A9-5DF2-0E1AA48A3DF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95E5ED2-D1BB-AC6E-BF6A-D4BD239F1FE9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D43938-5757-1C8A-B3BA-59EC353FB68E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05E7332-D2DE-8669-0AEC-5A2A6ABEC83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E9C3B74-7F38-B0AE-8CDD-386F5F93EBDC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BFAD6BB-BE7F-B979-02B7-6642DECA997E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AEBAC9C-4DEF-0172-39AF-392FB46391DA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7619559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Yel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D5BBB5A-0446-3C14-B12C-56A5730E1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4EF81A0-CB40-42B3-5E1A-AA5D72BFB4DD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7C1D2CA-2DB1-76BC-DAFE-210631AEC288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F198833-5BF3-BB5E-C3B2-7B705558D02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2DC9F8E-6F8C-AF4A-9D84-4AD1502BB512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7C135C3-9109-7FAF-7A1E-C1697A8F5581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CB01A6-453C-E086-340E-1FA1E3E1B1A3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61512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Wri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36FA399-654A-7130-1FF0-0F0197A98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38649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1272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44759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B01B256-70C6-9663-9CC6-1F22ADBAE7C3}"/>
              </a:ext>
            </a:extLst>
          </p:cNvPr>
          <p:cNvGrpSpPr/>
          <p:nvPr userDrawn="1"/>
        </p:nvGrpSpPr>
        <p:grpSpPr>
          <a:xfrm>
            <a:off x="485774" y="719508"/>
            <a:ext cx="5706110" cy="4360545"/>
            <a:chOff x="485774" y="719508"/>
            <a:chExt cx="5706110" cy="4360545"/>
          </a:xfrm>
        </p:grpSpPr>
        <p:sp>
          <p:nvSpPr>
            <p:cNvPr id="10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49784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7195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EB2775D-C14D-1FFE-E3E9-4E62DDA32301}"/>
              </a:ext>
            </a:extLst>
          </p:cNvPr>
          <p:cNvSpPr txBox="1"/>
          <p:nvPr userDrawn="1"/>
        </p:nvSpPr>
        <p:spPr>
          <a:xfrm>
            <a:off x="461984" y="5552404"/>
            <a:ext cx="1045073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200">
                <a:solidFill>
                  <a:schemeClr val="bg1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FAE2F50B-78AF-04F3-4BFF-980630AF7A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3184" y="5966393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5473ED8-C1F4-379D-AE01-5E7A3D5F34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3184" y="6164011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Job Title</a:t>
            </a:r>
            <a:endParaRPr lang="en-GB"/>
          </a:p>
        </p:txBody>
      </p:sp>
      <p:sp>
        <p:nvSpPr>
          <p:cNvPr id="18" name="Picture Placeholder 19">
            <a:extLst>
              <a:ext uri="{FF2B5EF4-FFF2-40B4-BE49-F238E27FC236}">
                <a16:creationId xmlns:a16="http://schemas.microsoft.com/office/drawing/2014/main" id="{812BC08D-D0F7-900D-1481-4C172F6BE56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1983" y="5861846"/>
            <a:ext cx="5760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25B130A-4E65-32BD-4CB8-C7E2B623FD74}"/>
              </a:ext>
            </a:extLst>
          </p:cNvPr>
          <p:cNvCxnSpPr>
            <a:cxnSpLocks/>
          </p:cNvCxnSpPr>
          <p:nvPr userDrawn="1"/>
        </p:nvCxnSpPr>
        <p:spPr>
          <a:xfrm>
            <a:off x="1333184" y="5656264"/>
            <a:ext cx="8122101" cy="0"/>
          </a:xfrm>
          <a:prstGeom prst="line">
            <a:avLst/>
          </a:prstGeom>
          <a:ln w="9525" cap="flat" cmpd="sng" algn="ctr">
            <a:solidFill>
              <a:srgbClr val="C4C4C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A6E3CB0E-CBF5-F5C6-CBEB-87739E77EC6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E86F64B-08DB-E5D4-B2AA-6649ABAD8123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1B14B79-79B7-68CD-1151-6FCC77898E68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ACAAE5A-2AFE-71BF-47E0-9339A3B83489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7254657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13817A-1A0E-6215-C86F-711F6762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167EEE6-F985-2112-F3A8-85F1A04A37BD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66D7E4E-2A81-A5AB-16CA-DBCEFBD59141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7AEBF90-6B4E-C743-2098-786F67C750D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C9C1757-8C94-A6AF-A3BA-BBD03B3D52CA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A6AE5F3-3050-E5BF-9762-F46B3D60EEC1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D23A643-B30A-6BB1-47DB-C281B5429370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4280009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B25F44-CAE3-AE0B-B97B-B0F6E4B43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E7E8938-439A-DB5B-B3DF-7EF202013D57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A067759-C6C3-3B7B-ABF5-859A6A63528E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C99724B-50FD-5B78-B6B7-D645073026A7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FEC4647-A297-6D44-253F-7CB799E4195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077FE96-06E1-764F-EF1D-227F096A7207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EB8010C-6DC5-5ED2-865B-9ECC10B1F52E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E8B4FD0-7989-32A2-2C2D-B98F2CA72ACD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2851438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8D4830-1AF6-9C3D-EC53-70FC3C7CB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BA944B-A631-ACF6-36AE-7C814C7A5C9A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B984E4-95BA-5123-1CFC-48CE97FD8196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63327741-8A1F-B922-5F7C-0313A67883A4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C06C001-67C6-86C4-D219-6D9FF2EE00C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7864A79-9397-C095-6A60-037405E99933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49A99C1-F5EA-E9BD-DDAD-6B8B04AA2AB0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794E93B-1732-5AE8-2F55-692D141C96CF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9629109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2D7BB4A-5FCC-BE0E-4598-A4CBBA847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DE89320-B084-3AA1-F041-ECD9699F7EF4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76002E9-E0C8-43F6-867E-B59C9AE9217B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00C864"/>
                </a:gs>
                <a:gs pos="100000">
                  <a:srgbClr val="4696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D6D404D-3B24-C700-DA68-CAC99436C4D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1AC5912-E51B-95BC-8C66-553238217429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9CD55CF-CF31-502D-7730-391827138A2F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17F457C-720D-E922-F11E-103B461D0764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66791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F5E0C7-6CC4-C4E1-946D-4BAC78CCD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2E27567-DFCD-709F-AF40-B7A340ECC0FE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AC690EE-1BB8-29C6-B9D8-2BD7B4AE0781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32FF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8799DD5-A107-F05E-1B17-E91A1549387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51E304F-8F78-3B87-4D90-A4CD04AD740A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0ED5AB1-67B1-EB7E-24B6-6CE9AFD24441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5218930-F485-F944-970D-2DD7F653BEDF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667894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71B9AAE-F698-5F49-FF7D-DB273B1EE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0068369-6C63-44AF-3E4E-30E5F2D1F837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F7E7875-967C-8167-6219-7AD2981B3A46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32FF"/>
                </a:gs>
                <a:gs pos="100000">
                  <a:srgbClr val="E95023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8C9C312-F6C2-0463-D74A-A17E895A20A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807442E-6BC7-A4A5-0BEA-D4E13D6ED37F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9A8D832-F8A5-B928-BD29-D49AC2218B7C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9768C3F-9B6D-90AA-9F71-E2AE10CDE47C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254098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AFCAD8-0916-AF46-1471-030E4128E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A89752D-8E95-B790-7077-E6201AB412C3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6FD7948-9E7C-1CE1-F28B-D2D349BB86F0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C5FD45"/>
                </a:gs>
                <a:gs pos="100000">
                  <a:srgbClr val="80FBFD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227FA85-BD8B-B10F-506C-988BB7ED6E8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25F022C-3DD7-CE54-3F41-B2A9FD83FDF1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3B4BDBD-6FF3-6330-ADF8-EDC185F44AE9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2E5D71A-BC9C-E69D-9D59-9AA8924027F8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6217205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388CF986-E6D2-86D0-6501-D59429EAD0A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DD00A-5473-9C4E-E608-8B32E0D272E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E9B457-AB94-4EFD-8647-19A0D7E58A85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09E421-2EC0-3319-C39C-40599878BE7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41A7ECE6-349D-0365-4AF1-743B2708216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C6C23CFB-156B-9078-6323-545707AA14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CA31CCB7-1D59-7915-39B7-6FFB756D02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53707F1C-2F20-E3B4-486B-4BCC5102652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CE008F-2A59-02D8-4837-99D5AB62729A}"/>
              </a:ext>
            </a:extLst>
          </p:cNvPr>
          <p:cNvSpPr txBox="1">
            <a:spLocks/>
          </p:cNvSpPr>
          <p:nvPr userDrawn="1"/>
        </p:nvSpPr>
        <p:spPr>
          <a:xfrm>
            <a:off x="477751" y="6471244"/>
            <a:ext cx="662721" cy="180000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800"/>
              <a:t>Page </a:t>
            </a:r>
            <a:fld id="{D5B76411-544C-4F9A-8EDE-9EEB2BD21F95}" type="slidenum">
              <a:rPr lang="en-IN" sz="800" smtClean="0"/>
              <a:t>‹#›</a:t>
            </a:fld>
            <a:endParaRPr sz="800"/>
          </a:p>
        </p:txBody>
      </p:sp>
    </p:spTree>
    <p:extLst>
      <p:ext uri="{BB962C8B-B14F-4D97-AF65-F5344CB8AC3E}">
        <p14:creationId xmlns:p14="http://schemas.microsoft.com/office/powerpoint/2010/main" val="149396685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ADC82D1B-1943-B3BC-B7E9-DADF1458A76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E9DE20-B99E-1D81-053E-84438CF8E97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A28E5B5-50F4-4EAB-B39C-60891A0ADB2A}" type="datetime1">
              <a:rPr lang="en-GB" smtClean="0"/>
              <a:t>07/10/2026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E98CC51-0E72-2BDA-8CF5-1ABDA2CC41A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6FD4AAE-DE34-CF40-FC0A-1653066FD23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1" name="Logo">
            <a:extLst>
              <a:ext uri="{FF2B5EF4-FFF2-40B4-BE49-F238E27FC236}">
                <a16:creationId xmlns:a16="http://schemas.microsoft.com/office/drawing/2014/main" id="{18251012-D45B-479F-5EDA-A3F6C1E15D2D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CF40346-9E85-4BC4-C5BF-D62BF00300D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617D7237-88EE-FA7A-2FB2-EBCB3AACB80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791FDBFF-3F6A-7B38-613C-F3C72FB727F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069640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light in the dark&#10;&#10;Description automatically generated">
            <a:extLst>
              <a:ext uri="{FF2B5EF4-FFF2-40B4-BE49-F238E27FC236}">
                <a16:creationId xmlns:a16="http://schemas.microsoft.com/office/drawing/2014/main" id="{A6C92DE9-1F7F-6A8E-389D-FBCE38254AD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609B97E-2DC6-A36D-54FC-92BC09C8312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6612C65-D267-47C3-B14C-544668977604}" type="datetime1">
              <a:rPr lang="en-GB" smtClean="0"/>
              <a:t>07/10/2026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FF456FF-F708-52C3-6330-E3E06F1DFC2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86FB6E0-FFD6-54F8-9ED2-C25EB31D01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2" name="Logo">
            <a:extLst>
              <a:ext uri="{FF2B5EF4-FFF2-40B4-BE49-F238E27FC236}">
                <a16:creationId xmlns:a16="http://schemas.microsoft.com/office/drawing/2014/main" id="{7E9251C7-6ABE-7271-86DD-E6C7EA7C6DDE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5C2207C1-58B2-00E2-E2CA-5D37F0D8DD8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97F1680E-CD67-2A48-5B49-10C8DB52891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7D9731E6-5099-75C1-7798-553468FB27D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311729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rry image of a rainbow&#10;&#10;Description automatically generated">
            <a:extLst>
              <a:ext uri="{FF2B5EF4-FFF2-40B4-BE49-F238E27FC236}">
                <a16:creationId xmlns:a16="http://schemas.microsoft.com/office/drawing/2014/main" id="{C8E8709F-6A78-59BB-D254-AE4C7F2A57D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D82D95-5C58-DAA3-01AB-0FBFF01FCB3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D76EA68-6CF5-4EA4-9FC2-9728A2DBFD8D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995863-8584-4333-CE32-49F8F8023F7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221BD-0A8A-9AC6-5618-F237A9B83A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ACF2ADCF-CA4C-F7DF-0251-1AF30AE7103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E21539E2-E30F-90D3-8303-41D62639A64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B412BADD-ACBB-8991-0CE3-E84D354088A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E4800EB6-016B-2DE6-0374-7831F666F8A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597584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olorful circle on a black background&#10;&#10;Description automatically generated">
            <a:extLst>
              <a:ext uri="{FF2B5EF4-FFF2-40B4-BE49-F238E27FC236}">
                <a16:creationId xmlns:a16="http://schemas.microsoft.com/office/drawing/2014/main" id="{9B1A0959-0F7F-FF84-F8C5-2E76E9D45F4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grpSp>
        <p:nvGrpSpPr>
          <p:cNvPr id="9" name="Logo">
            <a:extLst>
              <a:ext uri="{FF2B5EF4-FFF2-40B4-BE49-F238E27FC236}">
                <a16:creationId xmlns:a16="http://schemas.microsoft.com/office/drawing/2014/main" id="{F5CD6D5B-3D47-CDC7-66FD-22686B08A5F4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484B3F94-3D8C-9F6A-5E5F-1A8473AB504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D29B739D-2B8A-7A3E-33E6-A9F7F44C12D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3CA985E2-C0E4-39C5-A529-B3C8C70A2CD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2382FA3A-9114-F937-1E2F-D5FE20B5D23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60C2FB6-B2A8-4A47-9971-1365A9F9A995}" type="datetime1">
              <a:rPr lang="en-GB" smtClean="0"/>
              <a:t>07/10/2026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2447BA0-C33B-8115-7DA0-1DCCAC88CA9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9344103D-B100-2C69-A21C-E8E8DA377D2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145771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rry image of a rainbow&#10;&#10;Description automatically generated">
            <a:extLst>
              <a:ext uri="{FF2B5EF4-FFF2-40B4-BE49-F238E27FC236}">
                <a16:creationId xmlns:a16="http://schemas.microsoft.com/office/drawing/2014/main" id="{36630E4E-7F64-A84B-6022-F16994E9537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305361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216920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85000"/>
              </a:lnSpc>
              <a:spcAft>
                <a:spcPts val="0"/>
              </a:spcAft>
              <a:buNone/>
              <a:defRPr kumimoji="0" lang="en-US" sz="16600" b="0" i="0" u="none" strike="noStrike" kern="1200" cap="none" spc="0" normalizeH="0" baseline="0" dirty="0">
                <a:ln>
                  <a:noFill/>
                </a:ln>
                <a:solidFill>
                  <a:srgbClr val="747480">
                    <a:alpha val="50000"/>
                  </a:srgbClr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l" defTabSz="10078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00</a:t>
            </a:r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B4856D9-3089-5BDD-B9B9-A4CD079CA9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3835D5F-695B-4060-8D87-F1B722BA0EB5}" type="datetime1">
              <a:rPr lang="en-GB" smtClean="0"/>
              <a:t>07/10/2026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015B5A-91DC-F131-BBC1-B7D33250C4A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F284658-C487-F55F-3BCA-9D45E9EF2DA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2" name="Logo">
            <a:extLst>
              <a:ext uri="{FF2B5EF4-FFF2-40B4-BE49-F238E27FC236}">
                <a16:creationId xmlns:a16="http://schemas.microsoft.com/office/drawing/2014/main" id="{FAD020ED-EAB5-A1B7-B76E-7DFF25EF2722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E34E4911-68ED-9138-AE53-28CEFB19627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C0F1ED4F-5BA1-BE72-F1D9-2F9CA8B84FB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7B80EF99-DCE0-BE24-ACAE-087B6460F3A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762447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rry image of a rainbow&#10;&#10;Description automatically generated">
            <a:extLst>
              <a:ext uri="{FF2B5EF4-FFF2-40B4-BE49-F238E27FC236}">
                <a16:creationId xmlns:a16="http://schemas.microsoft.com/office/drawing/2014/main" id="{0CF60EBF-BB0E-A13F-6F1D-8E03C5FC39A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30FFC6-DEA1-5FCD-0ABD-350186ADBF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3314701" cy="470898"/>
          </a:xfrm>
        </p:spPr>
        <p:txBody>
          <a:bodyPr/>
          <a:lstStyle/>
          <a:p>
            <a:r>
              <a:rPr lang="en-GB"/>
              <a:t>Contents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4A244641-8AF5-E5A2-18FB-105E0DDC42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9647" y="1411287"/>
            <a:ext cx="5610225" cy="4681538"/>
          </a:xfrm>
        </p:spPr>
        <p:txBody>
          <a:bodyPr/>
          <a:lstStyle>
            <a:lvl1pPr marL="269875" indent="-269875">
              <a:buFont typeface="+mj-lt"/>
              <a:buAutoNum type="arabicPeriod"/>
              <a:defRPr sz="1800"/>
            </a:lvl1pPr>
            <a:lvl2pPr marL="269875" indent="0">
              <a:defRPr sz="1600"/>
            </a:lvl2pPr>
            <a:lvl3pPr marL="269875" indent="0">
              <a:defRPr sz="1600"/>
            </a:lvl3pPr>
            <a:lvl4pPr marL="444500" indent="-174625">
              <a:defRPr sz="1400"/>
            </a:lvl4pPr>
            <a:lvl5pPr marL="628650" indent="-184150">
              <a:defRPr sz="1400"/>
            </a:lvl5pPr>
          </a:lstStyle>
          <a:p>
            <a:pPr lvl="0"/>
            <a:r>
              <a:rPr lang="en-IN"/>
              <a:t>Section header</a:t>
            </a:r>
          </a:p>
          <a:p>
            <a:pPr lvl="0"/>
            <a:r>
              <a:rPr lang="en-IN"/>
              <a:t>Section header</a:t>
            </a:r>
          </a:p>
          <a:p>
            <a:pPr lvl="0"/>
            <a:r>
              <a:rPr lang="en-IN"/>
              <a:t>Section header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C5CBB57-69E0-3CF8-D2DF-A316D98FACC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79425" y="1412875"/>
            <a:ext cx="5105400" cy="4679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38A6C0F-3417-2AC3-E2A2-1AB96B34FB2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2AE7CA59-01E8-48A8-925C-55627216BE88}" type="datetime1">
              <a:rPr lang="en-GB" smtClean="0"/>
              <a:t>07/10/2026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036879B2-C6AD-B223-A2B1-BAFDCB6FDEF8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6E9C3A6-279D-9AEE-07E3-9AC4C421332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9" name="Logo">
            <a:extLst>
              <a:ext uri="{FF2B5EF4-FFF2-40B4-BE49-F238E27FC236}">
                <a16:creationId xmlns:a16="http://schemas.microsoft.com/office/drawing/2014/main" id="{4E225EF6-8D5E-A943-DA66-FC3EA7A133D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09082018-2FBA-4C46-89C5-43A99DBD13C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6D0C1103-4336-EC5A-6761-7696EAC9808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6C62F4B6-EBE7-183E-404F-575433B108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32930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right light in the dark&#10;&#10;Description automatically generated">
            <a:extLst>
              <a:ext uri="{FF2B5EF4-FFF2-40B4-BE49-F238E27FC236}">
                <a16:creationId xmlns:a16="http://schemas.microsoft.com/office/drawing/2014/main" id="{C6893964-B096-BBF5-42BC-1EAE055022BA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B9199D71-1BDD-2925-CD92-9B0B3F8439E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56521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F8391354-FDE4-DE4D-8084-A61467B9F4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2845421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F575A1BC-5BD6-1793-C917-0720FC3DE98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16419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F9CBCE1B-3F39-C7B5-CCE2-AE84242E774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flipH="1">
            <a:off x="5205319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814015C2-B8E4-B890-4CD0-F6A3A2052CA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565217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37959C9A-F406-FB92-6FFF-08F42234CF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836214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C6A6256-32C1-F83C-4A32-D674785CF1D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25114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GB"/>
              <a:t>Agenda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20A2165-CDB3-28AA-F42A-E5E3D72C14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6623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78D4931-12A7-7D80-F380-EDF6BE10CA4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5523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8D52684-7A0E-2BDF-C56C-F721FED04E3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76317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36" name="SmartArt Placeholder 35">
            <a:extLst>
              <a:ext uri="{FF2B5EF4-FFF2-40B4-BE49-F238E27FC236}">
                <a16:creationId xmlns:a16="http://schemas.microsoft.com/office/drawing/2014/main" id="{6D23DAA3-59C7-A352-8728-D157F22D25EF}"/>
              </a:ext>
            </a:extLst>
          </p:cNvPr>
          <p:cNvSpPr>
            <a:spLocks noGrp="1"/>
          </p:cNvSpPr>
          <p:nvPr>
            <p:ph type="dgm" sz="quarter" idx="36" hasCustomPrompt="1"/>
          </p:nvPr>
        </p:nvSpPr>
        <p:spPr>
          <a:xfrm>
            <a:off x="2556050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7" name="SmartArt Placeholder 35">
            <a:extLst>
              <a:ext uri="{FF2B5EF4-FFF2-40B4-BE49-F238E27FC236}">
                <a16:creationId xmlns:a16="http://schemas.microsoft.com/office/drawing/2014/main" id="{D33DFC67-321E-4CFE-436A-CF6FA96BA7E4}"/>
              </a:ext>
            </a:extLst>
          </p:cNvPr>
          <p:cNvSpPr>
            <a:spLocks noGrp="1"/>
          </p:cNvSpPr>
          <p:nvPr>
            <p:ph type="dgm" sz="quarter" idx="37" hasCustomPrompt="1"/>
          </p:nvPr>
        </p:nvSpPr>
        <p:spPr>
          <a:xfrm flipH="1">
            <a:off x="4915948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8" name="SmartArt Placeholder 35">
            <a:extLst>
              <a:ext uri="{FF2B5EF4-FFF2-40B4-BE49-F238E27FC236}">
                <a16:creationId xmlns:a16="http://schemas.microsoft.com/office/drawing/2014/main" id="{A43CB924-4778-AEB3-1D6C-5B802CD043B0}"/>
              </a:ext>
            </a:extLst>
          </p:cNvPr>
          <p:cNvSpPr>
            <a:spLocks noGrp="1"/>
          </p:cNvSpPr>
          <p:nvPr>
            <p:ph type="dgm" sz="quarter" idx="38" hasCustomPrompt="1"/>
          </p:nvPr>
        </p:nvSpPr>
        <p:spPr>
          <a:xfrm>
            <a:off x="7275846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9" name="SmartArt Placeholder 35">
            <a:extLst>
              <a:ext uri="{FF2B5EF4-FFF2-40B4-BE49-F238E27FC236}">
                <a16:creationId xmlns:a16="http://schemas.microsoft.com/office/drawing/2014/main" id="{225723D6-9330-76F1-3F3B-6A582AC1C154}"/>
              </a:ext>
            </a:extLst>
          </p:cNvPr>
          <p:cNvSpPr>
            <a:spLocks noGrp="1"/>
          </p:cNvSpPr>
          <p:nvPr>
            <p:ph type="dgm" sz="quarter" idx="39" hasCustomPrompt="1"/>
          </p:nvPr>
        </p:nvSpPr>
        <p:spPr>
          <a:xfrm>
            <a:off x="9635744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grpSp>
        <p:nvGrpSpPr>
          <p:cNvPr id="9" name="Logo">
            <a:extLst>
              <a:ext uri="{FF2B5EF4-FFF2-40B4-BE49-F238E27FC236}">
                <a16:creationId xmlns:a16="http://schemas.microsoft.com/office/drawing/2014/main" id="{DE3AA740-B8B1-5B7B-72E0-02E82136943E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5F05F4CA-B0A1-6571-C05C-6C4D6CFE280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6476DA22-E2C3-1EBB-B638-4A3B94A09AE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CF2A1D68-86C4-1924-BBE4-E55856618F7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A45EDB25-04F9-FE88-EBA3-C8D5069B719E}"/>
              </a:ext>
            </a:extLst>
          </p:cNvPr>
          <p:cNvSpPr>
            <a:spLocks noGrp="1"/>
          </p:cNvSpPr>
          <p:nvPr>
            <p:ph type="dt" sz="half" idx="40"/>
          </p:nvPr>
        </p:nvSpPr>
        <p:spPr/>
        <p:txBody>
          <a:bodyPr/>
          <a:lstStyle/>
          <a:p>
            <a:fld id="{6F770517-DE79-4D4B-BA87-91B1A092C62B}" type="datetime1">
              <a:rPr lang="en-GB" smtClean="0"/>
              <a:t>07/10/2026</a:t>
            </a:fld>
            <a:endParaRPr lang="en-US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9B626F01-193E-E5DE-6210-10CB0419332B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A87EAD6B-75E3-29AF-07AA-7450C4503F3B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663604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olorful circle on a black background&#10;&#10;Description automatically generated">
            <a:extLst>
              <a:ext uri="{FF2B5EF4-FFF2-40B4-BE49-F238E27FC236}">
                <a16:creationId xmlns:a16="http://schemas.microsoft.com/office/drawing/2014/main" id="{C39DD3F9-9341-288C-0536-DED981D0E40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8F66F87-BA60-4C99-D2D4-F29C30FF737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1041FA7-5670-4283-BC33-7DF002B3853F}" type="datetime1">
              <a:rPr lang="en-GB" smtClean="0"/>
              <a:t>07/10/2026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C9DE581-7B50-7B6D-A41F-0004A45A7F6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7500C8D-FE22-A8F5-6FA3-A84F20F0198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1" name="Logo">
            <a:extLst>
              <a:ext uri="{FF2B5EF4-FFF2-40B4-BE49-F238E27FC236}">
                <a16:creationId xmlns:a16="http://schemas.microsoft.com/office/drawing/2014/main" id="{68C3FCB0-2AC4-7050-3315-30A44447F7CB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8017B73F-7A76-2CFB-EBE1-2CA6C32D30E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1B10704A-A13B-F4BD-C1FA-CD3013CBEB1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59CAC502-5DF4-7BBA-74BF-350838343FB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160943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BFF9BC5C-A44C-B902-3ACE-C29AC4CE3E4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3A4AEFF-B7E4-C792-7CE0-3AD22D1031FF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838AB828-356E-1FDD-C9C8-243989B96FC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8D8F2230-BC31-E11A-1D5C-2A51AD32994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9612817D-315D-323F-0F5F-D2B46DFC17E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30CD162-7366-86D1-906A-0A3E367649C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867B5D4-2B96-442D-BB5A-781E50E22250}" type="datetime1">
              <a:rPr lang="en-GB" smtClean="0"/>
              <a:t>07/10/2026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D410F2F-D03F-0D7F-6E11-BE9A31F33A1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45A8BB5-D269-4EB5-9DBD-C6A1A7878B4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180730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and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6086DA-FAB4-D672-5D3E-0B069D2B2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BA46848-8969-3428-7E66-3827EB17DC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47" y="4980757"/>
            <a:ext cx="3445104" cy="193899"/>
          </a:xfr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78B5CC24-699C-7858-0807-40619F0D53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5747" y="5184857"/>
            <a:ext cx="3445104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E82A0447-0820-5F05-7D32-3BE15F19486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5849" y="358916"/>
            <a:ext cx="2023892" cy="1419083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9200" b="0" i="0">
                <a:solidFill>
                  <a:schemeClr val="tx2"/>
                </a:solidFill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/>
              <a:t>“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8A771E8A-8B2A-ED69-3AEC-E5AEDB16F0E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5747" y="1958113"/>
            <a:ext cx="7524979" cy="2721927"/>
          </a:xfrm>
        </p:spPr>
        <p:txBody>
          <a:bodyPr/>
          <a:lstStyle>
            <a:lvl1pPr marL="0" indent="0">
              <a:buNone/>
              <a:defRPr sz="4800" b="0" i="0"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/>
              <a:t>Quote goes here.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165CBFB1-2925-E563-7FC5-99F9DE0D484F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fld id="{DB674CEC-8130-44B4-9B0A-E405622BA235}" type="datetime1">
              <a:rPr lang="en-GB" smtClean="0"/>
              <a:t>07/10/2026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6A1D37E-2C18-BB63-446A-7AE4AFE8B05D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8918797-673F-7293-8322-C09E2733B9C2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485747" y="6390988"/>
            <a:ext cx="509098" cy="123111"/>
          </a:xfrm>
        </p:spPr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4" name="Logo">
            <a:extLst>
              <a:ext uri="{FF2B5EF4-FFF2-40B4-BE49-F238E27FC236}">
                <a16:creationId xmlns:a16="http://schemas.microsoft.com/office/drawing/2014/main" id="{8FD6ED4F-A357-F9C3-450F-6EE8FFF1CCB2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34F2195B-B3BC-B186-9C2E-42828CC8557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4A6CD35-B470-5625-4013-8D14CED22A5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77A4548F-02F1-00AD-33EC-8C316A14543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904655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04648CD8-B307-812B-5BD0-91AA365C73D1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110AE97-2F65-8BD0-0958-C9D005E0587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B707DD8-FAC5-47D3-9E7B-471A54BE6893}" type="datetime1">
              <a:rPr lang="en-GB" smtClean="0"/>
              <a:t>07/10/2026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25DA1E8-9A46-959E-19A0-37432BE0DD1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A46768A-FE38-61DA-72B5-FB5D763D382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3" name="Logo">
            <a:extLst>
              <a:ext uri="{FF2B5EF4-FFF2-40B4-BE49-F238E27FC236}">
                <a16:creationId xmlns:a16="http://schemas.microsoft.com/office/drawing/2014/main" id="{61823FF7-52FB-31D4-5A38-3C4EBC3FB5CD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DB999A64-07EE-CBBE-41EF-E2A60CB5E33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2221EE00-D369-482F-4E81-65456588AA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9799A885-1274-C189-F2A5-A24FAC3DDFF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849097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040535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4D2191-0438-8AEC-A789-96532D6A46BF}"/>
              </a:ext>
            </a:extLst>
          </p:cNvPr>
          <p:cNvSpPr txBox="1">
            <a:spLocks/>
          </p:cNvSpPr>
          <p:nvPr userDrawn="1"/>
        </p:nvSpPr>
        <p:spPr>
          <a:xfrm>
            <a:off x="477751" y="6471244"/>
            <a:ext cx="662721" cy="180000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800"/>
              <a:t>Page </a:t>
            </a:r>
            <a:fld id="{D5B76411-544C-4F9A-8EDE-9EEB2BD21F95}" type="slidenum">
              <a:rPr lang="en-IN" sz="800" smtClean="0"/>
              <a:t>‹#›</a:t>
            </a:fld>
            <a:endParaRPr sz="800"/>
          </a:p>
        </p:txBody>
      </p:sp>
    </p:spTree>
    <p:extLst>
      <p:ext uri="{BB962C8B-B14F-4D97-AF65-F5344CB8AC3E}">
        <p14:creationId xmlns:p14="http://schemas.microsoft.com/office/powerpoint/2010/main" val="55363897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s-bullets-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1E64A6F5-4ADF-B8E8-CD09-F0D719706B6A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2913" y="438150"/>
            <a:ext cx="11322050" cy="714375"/>
          </a:xfrm>
        </p:spPr>
        <p:txBody>
          <a:bodyPr/>
          <a:lstStyle>
            <a:lvl1pPr>
              <a:lnSpc>
                <a:spcPts val="2700"/>
              </a:lnSpc>
              <a:spcAft>
                <a:spcPts val="300"/>
              </a:spcAft>
              <a:defRPr sz="2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Standard slide</a:t>
            </a:r>
            <a:endParaRPr lang="en-GB"/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9ABDBB72-A74A-425B-891A-92D10735032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61907" y="6356351"/>
            <a:ext cx="303055" cy="311150"/>
            <a:chOff x="7110" y="4004"/>
            <a:chExt cx="191" cy="196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E1E43667-7A35-4A70-8163-C5AEBBCF00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999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3A1C9CAA-3899-41E9-AAC4-FD2A2BD3D3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999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D9A34B52-D18D-4F3A-9A44-49CA04427D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999"/>
            </a:p>
          </p:txBody>
        </p:sp>
      </p:grp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332458A1-A667-D6C4-02C0-EBD6B1AB7C80}"/>
              </a:ext>
            </a:extLst>
          </p:cNvPr>
          <p:cNvSpPr txBox="1">
            <a:spLocks/>
          </p:cNvSpPr>
          <p:nvPr userDrawn="1"/>
        </p:nvSpPr>
        <p:spPr>
          <a:xfrm>
            <a:off x="477751" y="6471244"/>
            <a:ext cx="662721" cy="180000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800"/>
              <a:t>Page </a:t>
            </a:r>
            <a:fld id="{D5B76411-544C-4F9A-8EDE-9EEB2BD21F95}" type="slidenum">
              <a:rPr lang="en-IN" sz="800" smtClean="0"/>
              <a:t>‹#›</a:t>
            </a:fld>
            <a:endParaRPr sz="800"/>
          </a:p>
        </p:txBody>
      </p:sp>
    </p:spTree>
    <p:extLst>
      <p:ext uri="{BB962C8B-B14F-4D97-AF65-F5344CB8AC3E}">
        <p14:creationId xmlns:p14="http://schemas.microsoft.com/office/powerpoint/2010/main" val="806020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>
          <p15:clr>
            <a:srgbClr val="FBAE40"/>
          </p15:clr>
        </p15:guide>
        <p15:guide id="3" orient="horz" pos="3934">
          <p15:clr>
            <a:srgbClr val="F26B43"/>
          </p15:clr>
        </p15:guide>
        <p15:guide id="4" pos="272">
          <p15:clr>
            <a:srgbClr val="F26B43"/>
          </p15:clr>
        </p15:guide>
        <p15:guide id="5" pos="7432">
          <p15:clr>
            <a:srgbClr val="F26B43"/>
          </p15:clr>
        </p15:guide>
        <p15:guide id="6" orient="horz" pos="274">
          <p15:clr>
            <a:srgbClr val="F26B43"/>
          </p15:clr>
        </p15:guide>
        <p15:guide id="7" orient="horz" pos="850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485521" y="1411287"/>
            <a:ext cx="3571200" cy="4638675"/>
          </a:xfrm>
          <a:solidFill>
            <a:schemeClr val="bg2">
              <a:alpha val="60000"/>
            </a:scheme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/>
              <a:t>Only one highlight line should appear. Delete the other two lines.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auto">
          <a:xfrm>
            <a:off x="4312686" y="1411287"/>
            <a:ext cx="3571200" cy="4638675"/>
          </a:xfrm>
          <a:solidFill>
            <a:schemeClr val="bg2">
              <a:alpha val="60000"/>
            </a:scheme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/>
              <a:t>Only one highlight line should appear. Delete the other two lines.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auto">
          <a:xfrm>
            <a:off x="8139850" y="1411287"/>
            <a:ext cx="3571200" cy="4638675"/>
          </a:xfrm>
          <a:solidFill>
            <a:schemeClr val="bg2">
              <a:alpha val="60000"/>
            </a:scheme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/>
              <a:t>Only one highlight line should appear. Delete the other two lines.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673B6-79DD-4B4F-ACB0-F62259251157}" type="datetime1">
              <a:rPr lang="en-US" smtClean="0"/>
              <a:t>10/7/2026</a:t>
            </a:fld>
            <a:endParaRPr lang="en-US"/>
          </a:p>
        </p:txBody>
      </p:sp>
      <p:sp>
        <p:nvSpPr>
          <p:cNvPr id="8" name="Highlight line 1">
            <a:extLst>
              <a:ext uri="{FF2B5EF4-FFF2-40B4-BE49-F238E27FC236}">
                <a16:creationId xmlns:a16="http://schemas.microsoft.com/office/drawing/2014/main" id="{E1FBA9F5-4E1E-7157-650F-920396E6BD16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775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  <p:sp>
        <p:nvSpPr>
          <p:cNvPr id="9" name="Highlight line 2">
            <a:extLst>
              <a:ext uri="{FF2B5EF4-FFF2-40B4-BE49-F238E27FC236}">
                <a16:creationId xmlns:a16="http://schemas.microsoft.com/office/drawing/2014/main" id="{F0D5216F-CE4B-8B47-FCA1-EA9B01BBAD6B}"/>
              </a:ext>
            </a:extLst>
          </p:cNvPr>
          <p:cNvSpPr>
            <a:spLocks noGrp="1"/>
          </p:cNvSpPr>
          <p:nvPr>
            <p:ph type="dgm" sz="quarter" idx="16" hasCustomPrompt="1"/>
          </p:nvPr>
        </p:nvSpPr>
        <p:spPr>
          <a:xfrm>
            <a:off x="4312686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  <p:sp>
        <p:nvSpPr>
          <p:cNvPr id="10" name="Highlight line 3">
            <a:extLst>
              <a:ext uri="{FF2B5EF4-FFF2-40B4-BE49-F238E27FC236}">
                <a16:creationId xmlns:a16="http://schemas.microsoft.com/office/drawing/2014/main" id="{945CF969-2B44-5C5F-B1A2-132B74FE4B46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8139851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9498712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388CF986-E6D2-86D0-6501-D59429EAD0A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DD00A-5473-9C4E-E608-8B32E0D272E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E9B457-AB94-4EFD-8647-19A0D7E58A85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09E421-2EC0-3319-C39C-40599878BE7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3E1598-99D5-72CF-E9B0-613158D211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41A7ECE6-349D-0365-4AF1-743B2708216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C6C23CFB-156B-9078-6323-545707AA14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CA31CCB7-1D59-7915-39B7-6FFB756D02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53707F1C-2F20-E3B4-486B-4BCC5102652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265947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752408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D9E433B3-F2D7-EE0E-B292-997EB25B05B0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1" y="1411287"/>
            <a:ext cx="11224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BEF5EE-C1B0-CB56-30BC-F2EA02D0DD7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6D178608-8F70-46F4-939A-9BC9ECBE70FD}" type="datetime1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39B410-713F-D002-C7AD-50375ABC03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EY.ai for Sustainability Reporting - NY Workshop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877F87-1E81-7C70-C23C-765CF083A38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0" name="Logo">
            <a:extLst>
              <a:ext uri="{FF2B5EF4-FFF2-40B4-BE49-F238E27FC236}">
                <a16:creationId xmlns:a16="http://schemas.microsoft.com/office/drawing/2014/main" id="{EECBC22F-ABFB-48B6-CDC6-4309042A5544}"/>
              </a:ext>
            </a:extLst>
          </p:cNvPr>
          <p:cNvGrpSpPr/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3BB4C61E-397F-F826-D32A-B638714F9D51}"/>
                </a:ext>
              </a:extLst>
            </p:cNvPr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4E97927A-B711-1BD1-7DB6-31EEB9331E23}"/>
                </a:ext>
              </a:extLst>
            </p:cNvPr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D5D626F4-6013-3429-50AE-E567EFCF0F27}"/>
                </a:ext>
              </a:extLst>
            </p:cNvPr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126915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826201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706755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443003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801740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070963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892369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984661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803396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667497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537729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838277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930872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965283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563908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094309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177702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752367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965731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838534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152292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051972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231256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980074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304175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672207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679142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3521161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089626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0619085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1033609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312781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324726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9163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59.xml"/><Relationship Id="rId21" Type="http://schemas.openxmlformats.org/officeDocument/2006/relationships/slideLayout" Target="../slideLayouts/slideLayout54.xml"/><Relationship Id="rId34" Type="http://schemas.openxmlformats.org/officeDocument/2006/relationships/slideLayout" Target="../slideLayouts/slideLayout67.xml"/><Relationship Id="rId42" Type="http://schemas.openxmlformats.org/officeDocument/2006/relationships/slideLayout" Target="../slideLayouts/slideLayout75.xml"/><Relationship Id="rId47" Type="http://schemas.openxmlformats.org/officeDocument/2006/relationships/slideLayout" Target="../slideLayouts/slideLayout80.xml"/><Relationship Id="rId50" Type="http://schemas.openxmlformats.org/officeDocument/2006/relationships/slideLayout" Target="../slideLayouts/slideLayout83.xml"/><Relationship Id="rId55" Type="http://schemas.openxmlformats.org/officeDocument/2006/relationships/slideLayout" Target="../slideLayouts/slideLayout88.xml"/><Relationship Id="rId63" Type="http://schemas.openxmlformats.org/officeDocument/2006/relationships/slideLayout" Target="../slideLayouts/slideLayout96.xml"/><Relationship Id="rId68" Type="http://schemas.openxmlformats.org/officeDocument/2006/relationships/image" Target="../media/image15.emf"/><Relationship Id="rId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9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57.xml"/><Relationship Id="rId32" Type="http://schemas.openxmlformats.org/officeDocument/2006/relationships/slideLayout" Target="../slideLayouts/slideLayout65.xml"/><Relationship Id="rId37" Type="http://schemas.openxmlformats.org/officeDocument/2006/relationships/slideLayout" Target="../slideLayouts/slideLayout70.xml"/><Relationship Id="rId40" Type="http://schemas.openxmlformats.org/officeDocument/2006/relationships/slideLayout" Target="../slideLayouts/slideLayout73.xml"/><Relationship Id="rId45" Type="http://schemas.openxmlformats.org/officeDocument/2006/relationships/slideLayout" Target="../slideLayouts/slideLayout78.xml"/><Relationship Id="rId53" Type="http://schemas.openxmlformats.org/officeDocument/2006/relationships/slideLayout" Target="../slideLayouts/slideLayout86.xml"/><Relationship Id="rId58" Type="http://schemas.openxmlformats.org/officeDocument/2006/relationships/slideLayout" Target="../slideLayouts/slideLayout91.xml"/><Relationship Id="rId66" Type="http://schemas.openxmlformats.org/officeDocument/2006/relationships/tags" Target="../tags/tag1.xml"/><Relationship Id="rId5" Type="http://schemas.openxmlformats.org/officeDocument/2006/relationships/slideLayout" Target="../slideLayouts/slideLayout38.xml"/><Relationship Id="rId61" Type="http://schemas.openxmlformats.org/officeDocument/2006/relationships/slideLayout" Target="../slideLayouts/slideLayout94.xml"/><Relationship Id="rId19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5.xml"/><Relationship Id="rId27" Type="http://schemas.openxmlformats.org/officeDocument/2006/relationships/slideLayout" Target="../slideLayouts/slideLayout60.xml"/><Relationship Id="rId30" Type="http://schemas.openxmlformats.org/officeDocument/2006/relationships/slideLayout" Target="../slideLayouts/slideLayout63.xml"/><Relationship Id="rId35" Type="http://schemas.openxmlformats.org/officeDocument/2006/relationships/slideLayout" Target="../slideLayouts/slideLayout68.xml"/><Relationship Id="rId43" Type="http://schemas.openxmlformats.org/officeDocument/2006/relationships/slideLayout" Target="../slideLayouts/slideLayout76.xml"/><Relationship Id="rId48" Type="http://schemas.openxmlformats.org/officeDocument/2006/relationships/slideLayout" Target="../slideLayouts/slideLayout81.xml"/><Relationship Id="rId56" Type="http://schemas.openxmlformats.org/officeDocument/2006/relationships/slideLayout" Target="../slideLayouts/slideLayout89.xml"/><Relationship Id="rId64" Type="http://schemas.openxmlformats.org/officeDocument/2006/relationships/slideLayout" Target="../slideLayouts/slideLayout97.xml"/><Relationship Id="rId8" Type="http://schemas.openxmlformats.org/officeDocument/2006/relationships/slideLayout" Target="../slideLayouts/slideLayout41.xml"/><Relationship Id="rId51" Type="http://schemas.openxmlformats.org/officeDocument/2006/relationships/slideLayout" Target="../slideLayouts/slideLayout84.xml"/><Relationship Id="rId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8.xml"/><Relationship Id="rId33" Type="http://schemas.openxmlformats.org/officeDocument/2006/relationships/slideLayout" Target="../slideLayouts/slideLayout66.xml"/><Relationship Id="rId38" Type="http://schemas.openxmlformats.org/officeDocument/2006/relationships/slideLayout" Target="../slideLayouts/slideLayout71.xml"/><Relationship Id="rId46" Type="http://schemas.openxmlformats.org/officeDocument/2006/relationships/slideLayout" Target="../slideLayouts/slideLayout79.xml"/><Relationship Id="rId59" Type="http://schemas.openxmlformats.org/officeDocument/2006/relationships/slideLayout" Target="../slideLayouts/slideLayout92.xml"/><Relationship Id="rId67" Type="http://schemas.openxmlformats.org/officeDocument/2006/relationships/oleObject" Target="../embeddings/oleObject6.bin"/><Relationship Id="rId20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74.xml"/><Relationship Id="rId54" Type="http://schemas.openxmlformats.org/officeDocument/2006/relationships/slideLayout" Target="../slideLayouts/slideLayout87.xml"/><Relationship Id="rId62" Type="http://schemas.openxmlformats.org/officeDocument/2006/relationships/slideLayout" Target="../slideLayouts/slideLayout9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6.xml"/><Relationship Id="rId28" Type="http://schemas.openxmlformats.org/officeDocument/2006/relationships/slideLayout" Target="../slideLayouts/slideLayout61.xml"/><Relationship Id="rId36" Type="http://schemas.openxmlformats.org/officeDocument/2006/relationships/slideLayout" Target="../slideLayouts/slideLayout69.xml"/><Relationship Id="rId49" Type="http://schemas.openxmlformats.org/officeDocument/2006/relationships/slideLayout" Target="../slideLayouts/slideLayout82.xml"/><Relationship Id="rId57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43.xml"/><Relationship Id="rId31" Type="http://schemas.openxmlformats.org/officeDocument/2006/relationships/slideLayout" Target="../slideLayouts/slideLayout64.xml"/><Relationship Id="rId44" Type="http://schemas.openxmlformats.org/officeDocument/2006/relationships/slideLayout" Target="../slideLayouts/slideLayout77.xml"/><Relationship Id="rId52" Type="http://schemas.openxmlformats.org/officeDocument/2006/relationships/slideLayout" Target="../slideLayouts/slideLayout85.xml"/><Relationship Id="rId60" Type="http://schemas.openxmlformats.org/officeDocument/2006/relationships/slideLayout" Target="../slideLayouts/slideLayout93.xml"/><Relationship Id="rId65" Type="http://schemas.openxmlformats.org/officeDocument/2006/relationships/theme" Target="../theme/theme2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39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5" imgW="606" imgH="609" progId="TCLayout.ActiveDocument.1">
                  <p:embed/>
                </p:oleObj>
              </mc:Choice>
              <mc:Fallback>
                <p:oleObj name="think-cell Slide" r:id="rId35" imgW="606" imgH="609" progId="TCLayout.ActiveDocument.1">
                  <p:embed/>
                  <p:pic>
                    <p:nvPicPr>
                      <p:cNvPr id="5" name="think-cell data - do not delete" hidden="1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5523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First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20pt</a:t>
            </a:r>
            <a:endParaRPr lang="en-US"/>
          </a:p>
          <a:p>
            <a:pPr lvl="1"/>
            <a:r>
              <a:rPr lang="en-US"/>
              <a:t>Second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20pt</a:t>
            </a:r>
            <a:endParaRPr lang="en-US"/>
          </a:p>
          <a:p>
            <a:pPr lvl="2"/>
            <a:r>
              <a:rPr lang="en-US"/>
              <a:t>Third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18pt</a:t>
            </a:r>
            <a:endParaRPr lang="en-US"/>
          </a:p>
          <a:p>
            <a:pPr lvl="3"/>
            <a:r>
              <a:rPr lang="en-US"/>
              <a:t>Fourth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16pt</a:t>
            </a:r>
            <a:endParaRPr lang="en-US"/>
          </a:p>
          <a:p>
            <a:pPr lvl="4"/>
            <a:r>
              <a:rPr lang="en-US"/>
              <a:t>Fifth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16pt</a:t>
            </a:r>
            <a:endParaRPr lang="en-US"/>
          </a:p>
          <a:p>
            <a:pPr lvl="5"/>
            <a:r>
              <a:rPr lang="en-US"/>
              <a:t>Sixth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14pt</a:t>
            </a:r>
            <a:endParaRPr lang="en-US"/>
          </a:p>
          <a:p>
            <a:pPr lvl="6"/>
            <a:r>
              <a:rPr lang="en-US"/>
              <a:t>Seventh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14pt</a:t>
            </a:r>
            <a:endParaRPr lang="en-US"/>
          </a:p>
          <a:p>
            <a:pPr lvl="7"/>
            <a:r>
              <a:rPr lang="en-US"/>
              <a:t>Eighth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12pt</a:t>
            </a:r>
            <a:endParaRPr lang="en-US"/>
          </a:p>
          <a:p>
            <a:pPr lvl="8"/>
            <a:r>
              <a:rPr lang="en-US"/>
              <a:t>Nineth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12pt</a:t>
            </a:r>
            <a:endParaRPr lang="en-US"/>
          </a:p>
        </p:txBody>
      </p:sp>
      <p:sp>
        <p:nvSpPr>
          <p:cNvPr id="12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485747" y="6327804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2A17138-BB3C-49F6-9250-356F901FCBF4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Date Placeholder"/>
          <p:cNvSpPr>
            <a:spLocks noGrp="1"/>
          </p:cNvSpPr>
          <p:nvPr>
            <p:ph type="dt" sz="half" idx="2"/>
          </p:nvPr>
        </p:nvSpPr>
        <p:spPr>
          <a:xfrm>
            <a:off x="994845" y="6327804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5" name="Footer Placeholder"/>
          <p:cNvSpPr>
            <a:spLocks noGrp="1"/>
          </p:cNvSpPr>
          <p:nvPr>
            <p:ph type="ftr" sz="quarter" idx="3"/>
          </p:nvPr>
        </p:nvSpPr>
        <p:spPr>
          <a:xfrm>
            <a:off x="2270531" y="6327804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grpSp>
        <p:nvGrpSpPr>
          <p:cNvPr id="6" name="Group 4" descr="Logo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4677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</p:sldLayoutIdLst>
  <p:hf hdr="0" ftr="0" dt="0"/>
  <p:txStyles>
    <p:titleStyle>
      <a:lvl1pPr algn="l" defTabSz="914400" rtl="0">
        <a:lnSpc>
          <a:spcPct val="85000"/>
        </a:lnSpc>
        <a:spcBef>
          <a:spcPct val="0"/>
        </a:spcBef>
        <a:buNone/>
        <a:defRPr sz="3600" b="1" i="0" kern="1200">
          <a:solidFill>
            <a:schemeClr val="tx2"/>
          </a:solidFill>
          <a:latin typeface="+mj-lt"/>
          <a:ea typeface="+mj-ea"/>
          <a:cs typeface="Arial" pitchFamily="34" charset="0"/>
        </a:defRPr>
      </a:lvl1pPr>
    </p:titleStyle>
    <p:bodyStyle>
      <a:lvl1pPr marL="252000" indent="-252000" algn="l" defTabSz="914400" rtl="0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8pPr>
      <a:lvl9pPr marL="2268000" indent="-252000" algn="l" defTabSz="914400" rtl="0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9" pos="7378">
          <p15:clr>
            <a:srgbClr val="F26B43"/>
          </p15:clr>
        </p15:guide>
        <p15:guide id="35" pos="302">
          <p15:clr>
            <a:srgbClr val="F26B43"/>
          </p15:clr>
        </p15:guide>
        <p15:guide id="36" orient="horz" pos="210">
          <p15:clr>
            <a:srgbClr val="F26B43"/>
          </p15:clr>
        </p15:guide>
        <p15:guide id="37" orient="horz" pos="527">
          <p15:clr>
            <a:srgbClr val="F26B43"/>
          </p15:clr>
        </p15:guide>
        <p15:guide id="38" orient="horz" pos="890">
          <p15:clr>
            <a:srgbClr val="F26B43"/>
          </p15:clr>
        </p15:guide>
        <p15:guide id="39" orient="horz" pos="383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E6C1AFA-E92F-0C9E-DC48-9B6335D2E0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6"/>
            </p:custDataLst>
            <p:extLst>
              <p:ext uri="{D42A27DB-BD31-4B8C-83A1-F6EECF244321}">
                <p14:modId xmlns:p14="http://schemas.microsoft.com/office/powerpoint/2010/main" val="24057814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7" imgW="473" imgH="473" progId="TCLayout.ActiveDocument.1">
                  <p:embed/>
                </p:oleObj>
              </mc:Choice>
              <mc:Fallback>
                <p:oleObj name="think-cell Slide" r:id="rId67" imgW="473" imgH="47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6C1AFA-E92F-0C9E-DC48-9B6335D2E0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5523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First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20pt</a:t>
            </a:r>
            <a:endParaRPr lang="en-US"/>
          </a:p>
          <a:p>
            <a:pPr lvl="1"/>
            <a:r>
              <a:rPr lang="en-US"/>
              <a:t>Second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20pt</a:t>
            </a:r>
            <a:endParaRPr lang="en-US"/>
          </a:p>
          <a:p>
            <a:pPr lvl="2"/>
            <a:r>
              <a:rPr lang="en-US"/>
              <a:t>Third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18pt</a:t>
            </a:r>
            <a:endParaRPr lang="en-US"/>
          </a:p>
          <a:p>
            <a:pPr lvl="3"/>
            <a:r>
              <a:rPr lang="en-US"/>
              <a:t>Fourth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16pt</a:t>
            </a:r>
            <a:endParaRPr lang="en-US"/>
          </a:p>
          <a:p>
            <a:pPr lvl="4"/>
            <a:r>
              <a:rPr lang="en-US"/>
              <a:t>Fifth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16pt</a:t>
            </a:r>
            <a:endParaRPr lang="en-US"/>
          </a:p>
          <a:p>
            <a:pPr lvl="5"/>
            <a:r>
              <a:rPr lang="en-US"/>
              <a:t>Sixth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14pt</a:t>
            </a:r>
            <a:endParaRPr lang="en-US"/>
          </a:p>
          <a:p>
            <a:pPr lvl="6"/>
            <a:r>
              <a:rPr lang="en-US"/>
              <a:t>Seventh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14pt</a:t>
            </a:r>
            <a:endParaRPr lang="en-US"/>
          </a:p>
          <a:p>
            <a:pPr lvl="7"/>
            <a:r>
              <a:rPr lang="en-US"/>
              <a:t>Eighth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12pt</a:t>
            </a:r>
            <a:endParaRPr lang="en-US"/>
          </a:p>
          <a:p>
            <a:pPr lvl="8"/>
            <a:r>
              <a:rPr lang="en-US"/>
              <a:t>Nineth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12pt</a:t>
            </a:r>
            <a:endParaRPr lang="en-US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E290D1-43DF-6DA2-6807-81A0EA8358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5747" y="6390988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Date Placeholder">
            <a:extLst>
              <a:ext uri="{FF2B5EF4-FFF2-40B4-BE49-F238E27FC236}">
                <a16:creationId xmlns:a16="http://schemas.microsoft.com/office/drawing/2014/main" id="{173B4AA1-0FB1-986B-36C1-A5EF26B852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4845" y="6390988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3637FA5-E211-431D-BAE9-7C47D9737975}" type="datetime1">
              <a:rPr lang="en-GB" smtClean="0"/>
              <a:t>07/10/2026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0F4B9D0E-19BB-1F6F-43F4-D3F40510A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0531" y="6390988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err="1"/>
              <a:t>EY.Ai</a:t>
            </a:r>
            <a:r>
              <a:rPr lang="en-GB"/>
              <a:t> Sustainability Offering</a:t>
            </a:r>
            <a:endParaRPr lang="en-US"/>
          </a:p>
        </p:txBody>
      </p:sp>
      <p:grpSp>
        <p:nvGrpSpPr>
          <p:cNvPr id="11" name="Logo">
            <a:extLst>
              <a:ext uri="{FF2B5EF4-FFF2-40B4-BE49-F238E27FC236}">
                <a16:creationId xmlns:a16="http://schemas.microsoft.com/office/drawing/2014/main" id="{92A19011-F13B-61BB-7319-F18841E1AA0A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57A9DF9E-FAA6-1B54-7F9C-A8D13BFBF97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C7B98982-9E47-CB75-7B1E-562AB72016F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7C8F8A70-F71F-7AB0-C83D-4C23948AEFA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0049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714" r:id="rId20"/>
    <p:sldLayoutId id="2147483715" r:id="rId21"/>
    <p:sldLayoutId id="2147483716" r:id="rId22"/>
    <p:sldLayoutId id="2147483717" r:id="rId23"/>
    <p:sldLayoutId id="2147483718" r:id="rId24"/>
    <p:sldLayoutId id="2147483719" r:id="rId25"/>
    <p:sldLayoutId id="2147483720" r:id="rId26"/>
    <p:sldLayoutId id="2147483721" r:id="rId27"/>
    <p:sldLayoutId id="2147483722" r:id="rId28"/>
    <p:sldLayoutId id="2147483723" r:id="rId29"/>
    <p:sldLayoutId id="2147483724" r:id="rId30"/>
    <p:sldLayoutId id="2147483725" r:id="rId31"/>
    <p:sldLayoutId id="2147483726" r:id="rId32"/>
    <p:sldLayoutId id="2147483727" r:id="rId33"/>
    <p:sldLayoutId id="2147483728" r:id="rId34"/>
    <p:sldLayoutId id="2147483729" r:id="rId35"/>
    <p:sldLayoutId id="2147483730" r:id="rId36"/>
    <p:sldLayoutId id="2147483731" r:id="rId37"/>
    <p:sldLayoutId id="2147483732" r:id="rId38"/>
    <p:sldLayoutId id="2147483733" r:id="rId39"/>
    <p:sldLayoutId id="2147483734" r:id="rId40"/>
    <p:sldLayoutId id="2147483735" r:id="rId41"/>
    <p:sldLayoutId id="2147483736" r:id="rId42"/>
    <p:sldLayoutId id="2147483737" r:id="rId43"/>
    <p:sldLayoutId id="2147483738" r:id="rId44"/>
    <p:sldLayoutId id="2147483739" r:id="rId45"/>
    <p:sldLayoutId id="2147483740" r:id="rId46"/>
    <p:sldLayoutId id="2147483741" r:id="rId47"/>
    <p:sldLayoutId id="2147483742" r:id="rId48"/>
    <p:sldLayoutId id="2147483743" r:id="rId49"/>
    <p:sldLayoutId id="2147483744" r:id="rId50"/>
    <p:sldLayoutId id="2147483745" r:id="rId51"/>
    <p:sldLayoutId id="2147483746" r:id="rId52"/>
    <p:sldLayoutId id="2147483747" r:id="rId53"/>
    <p:sldLayoutId id="2147483748" r:id="rId54"/>
    <p:sldLayoutId id="2147483749" r:id="rId55"/>
    <p:sldLayoutId id="2147483750" r:id="rId56"/>
    <p:sldLayoutId id="2147483751" r:id="rId57"/>
    <p:sldLayoutId id="2147483752" r:id="rId58"/>
    <p:sldLayoutId id="2147483753" r:id="rId59"/>
    <p:sldLayoutId id="2147483754" r:id="rId60"/>
    <p:sldLayoutId id="2147483755" r:id="rId61"/>
    <p:sldLayoutId id="2147483756" r:id="rId62"/>
    <p:sldLayoutId id="2147483757" r:id="rId63"/>
    <p:sldLayoutId id="2147483758" r:id="rId64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i="0" kern="1200">
          <a:solidFill>
            <a:schemeClr val="tx2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0" indent="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None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None/>
        <a:defRPr sz="2000" kern="1200">
          <a:solidFill>
            <a:schemeClr val="tx2"/>
          </a:solidFill>
          <a:latin typeface="+mj-lt"/>
          <a:ea typeface="+mn-ea"/>
          <a:cs typeface="+mn-cs"/>
        </a:defRPr>
      </a:lvl2pPr>
      <a:lvl3pPr marL="0" indent="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None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82563" indent="-182563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357188" indent="-174625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541338" indent="-18415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715963" indent="-174625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898525" indent="-182563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8pPr>
      <a:lvl9pPr marL="1073150" indent="-174625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9" pos="7378">
          <p15:clr>
            <a:srgbClr val="F26B43"/>
          </p15:clr>
        </p15:guide>
        <p15:guide id="35" pos="302">
          <p15:clr>
            <a:srgbClr val="F26B43"/>
          </p15:clr>
        </p15:guide>
        <p15:guide id="36" orient="horz" pos="210">
          <p15:clr>
            <a:srgbClr val="F26B43"/>
          </p15:clr>
        </p15:guide>
        <p15:guide id="37" orient="horz" pos="527">
          <p15:clr>
            <a:srgbClr val="F26B43"/>
          </p15:clr>
        </p15:guide>
        <p15:guide id="38" orient="horz" pos="890">
          <p15:clr>
            <a:srgbClr val="F26B43"/>
          </p15:clr>
        </p15:guide>
        <p15:guide id="39" orient="horz" pos="383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1.xml"/><Relationship Id="rId9" Type="http://schemas.openxmlformats.org/officeDocument/2006/relationships/notesSlide" Target="../notesSlides/notesSlide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1.xml"/><Relationship Id="rId9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FBDEF60-2E7F-9E9E-F92D-1DEB49573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69255"/>
            <a:ext cx="4906009" cy="2148552"/>
          </a:xfrm>
        </p:spPr>
        <p:txBody>
          <a:bodyPr/>
          <a:lstStyle/>
          <a:p>
            <a:r>
              <a:rPr lang="en-GB" dirty="0"/>
              <a:t>{{cover_title}}</a:t>
            </a:r>
            <a:endParaRPr lang="en-GB" b="0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51E701F-B945-4F4B-F65D-1371AA9CC6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9762" y="4871362"/>
            <a:ext cx="4907628" cy="511939"/>
          </a:xfrm>
        </p:spPr>
        <p:txBody>
          <a:bodyPr/>
          <a:lstStyle/>
          <a:p>
            <a:r>
              <a:rPr lang="en-GB" dirty="0"/>
              <a:t>{{cover_date}}</a:t>
            </a:r>
            <a:r>
              <a:rPr lang="en-GB" baseline="30000" dirty="0"/>
              <a:t/>
            </a:r>
            <a:r>
              <a:rPr lang="en-GB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521891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136" name="TextBox 135">
            <a:extLst>
              <a:ext uri="{FF2B5EF4-FFF2-40B4-BE49-F238E27FC236}">
                <a16:creationId xmlns:a16="http://schemas.microsoft.com/office/drawing/2014/main" id="{65FFDA4A-D922-B33B-FBEB-981B63BFC4C6}"/>
              </a:ext>
            </a:extLst>
          </p:cNvPr>
          <p:cNvSpPr txBox="1"/>
          <p:nvPr/>
        </p:nvSpPr>
        <p:spPr>
          <a:xfrm>
            <a:off x="502920" y="235958"/>
            <a:ext cx="110540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{{s1_title}}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E600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05F86720-086F-3C27-A8EC-CAC7CD478ED6}"/>
              </a:ext>
            </a:extLst>
          </p:cNvPr>
          <p:cNvSpPr txBox="1"/>
          <p:nvPr/>
        </p:nvSpPr>
        <p:spPr>
          <a:xfrm>
            <a:off x="530352" y="667845"/>
            <a:ext cx="80467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{{client_name}}  |  {{s1_section}}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13DE41D7-E70C-E673-EFB2-5B0B24E50A54}"/>
              </a:ext>
            </a:extLst>
          </p:cNvPr>
          <p:cNvSpPr/>
          <p:nvPr/>
        </p:nvSpPr>
        <p:spPr>
          <a:xfrm>
            <a:off x="530352" y="932688"/>
            <a:ext cx="2103120" cy="22860"/>
          </a:xfrm>
          <a:prstGeom prst="rect">
            <a:avLst/>
          </a:prstGeom>
          <a:solidFill>
            <a:srgbClr val="FFE6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A57ADCA6-AA98-2306-44E4-83F1FA6E80FA}"/>
              </a:ext>
            </a:extLst>
          </p:cNvPr>
          <p:cNvSpPr/>
          <p:nvPr/>
        </p:nvSpPr>
        <p:spPr>
          <a:xfrm>
            <a:off x="2624328" y="932688"/>
            <a:ext cx="2103120" cy="22860"/>
          </a:xfrm>
          <a:prstGeom prst="rect">
            <a:avLst/>
          </a:prstGeom>
          <a:solidFill>
            <a:srgbClr val="F4B183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1EA9AF8-C432-785B-96AA-42D4913F2639}"/>
              </a:ext>
            </a:extLst>
          </p:cNvPr>
          <p:cNvSpPr/>
          <p:nvPr/>
        </p:nvSpPr>
        <p:spPr>
          <a:xfrm>
            <a:off x="4718304" y="932688"/>
            <a:ext cx="2103120" cy="22860"/>
          </a:xfrm>
          <a:prstGeom prst="rect">
            <a:avLst/>
          </a:prstGeom>
          <a:solidFill>
            <a:srgbClr val="B565D9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EF5453C5-83A5-50BE-FE2B-2DE1890A9808}"/>
              </a:ext>
            </a:extLst>
          </p:cNvPr>
          <p:cNvSpPr/>
          <p:nvPr/>
        </p:nvSpPr>
        <p:spPr>
          <a:xfrm>
            <a:off x="6812280" y="932688"/>
            <a:ext cx="2103120" cy="22860"/>
          </a:xfrm>
          <a:prstGeom prst="rect">
            <a:avLst/>
          </a:prstGeom>
          <a:solidFill>
            <a:srgbClr val="4E95D9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B05D98F-1E52-745C-7EFF-47A015F6CDC1}"/>
              </a:ext>
            </a:extLst>
          </p:cNvPr>
          <p:cNvSpPr/>
          <p:nvPr/>
        </p:nvSpPr>
        <p:spPr>
          <a:xfrm>
            <a:off x="8906256" y="932688"/>
            <a:ext cx="2103120" cy="22860"/>
          </a:xfrm>
          <a:prstGeom prst="rect">
            <a:avLst/>
          </a:prstGeom>
          <a:solidFill>
            <a:srgbClr val="19D3D1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01" name="stat-card-1"/>
          <p:cNvSpPr/>
          <p:nvPr/>
        </p:nvSpPr>
        <p:spPr>
          <a:xfrm>
            <a:off x="530352" y="1280160"/>
            <a:ext cx="3200400" cy="1389888"/>
          </a:xfrm>
          <a:prstGeom prst="roundRect">
            <a:avLst>
              <a:gd name="adj" fmla="val 6579"/>
            </a:avLst>
          </a:prstGeom>
          <a:solidFill>
            <a:srgbClr val="2E2E38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002" name="stat-value-1"/>
          <p:cNvSpPr txBox="1"/>
          <p:nvPr/>
        </p:nvSpPr>
        <p:spPr>
          <a:xfrm>
            <a:off x="758952" y="144475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{{stat1}}</a:t>
            </a:r>
            <a:endParaRPr lang="en-US" sz="3200" dirty="0"/>
          </a:p>
        </p:txBody>
      </p:sp>
      <p:sp>
        <p:nvSpPr>
          <p:cNvPr id="1003" name="stat-label-1"/>
          <p:cNvSpPr txBox="1"/>
          <p:nvPr/>
        </p:nvSpPr>
        <p:spPr>
          <a:xfrm>
            <a:off x="758952" y="208483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{{stat1_text}}</a:t>
            </a:r>
            <a:endParaRPr lang="en-US" sz="1150" dirty="0"/>
          </a:p>
        </p:txBody>
      </p:sp>
      <p:sp>
        <p:nvSpPr>
          <p:cNvPr id="1004" name="stat-card-2"/>
          <p:cNvSpPr/>
          <p:nvPr/>
        </p:nvSpPr>
        <p:spPr>
          <a:xfrm>
            <a:off x="530352" y="2852928"/>
            <a:ext cx="3200400" cy="1389888"/>
          </a:xfrm>
          <a:prstGeom prst="roundRect">
            <a:avLst>
              <a:gd name="adj" fmla="val 6579"/>
            </a:avLst>
          </a:prstGeom>
          <a:solidFill>
            <a:srgbClr val="2E2E38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005" name="stat-value-2"/>
          <p:cNvSpPr txBox="1"/>
          <p:nvPr/>
        </p:nvSpPr>
        <p:spPr>
          <a:xfrm>
            <a:off x="758952" y="30175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4B183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{{stat2}}</a:t>
            </a:r>
            <a:endParaRPr lang="en-US" sz="3200" dirty="0"/>
          </a:p>
        </p:txBody>
      </p:sp>
      <p:sp>
        <p:nvSpPr>
          <p:cNvPr id="1006" name="stat-label-2"/>
          <p:cNvSpPr txBox="1"/>
          <p:nvPr/>
        </p:nvSpPr>
        <p:spPr>
          <a:xfrm>
            <a:off x="758952" y="36576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{{stat2_text}}</a:t>
            </a:r>
            <a:endParaRPr lang="en-US" sz="1150" dirty="0"/>
          </a:p>
        </p:txBody>
      </p:sp>
      <p:sp>
        <p:nvSpPr>
          <p:cNvPr id="1007" name="stat-card-3"/>
          <p:cNvSpPr/>
          <p:nvPr/>
        </p:nvSpPr>
        <p:spPr>
          <a:xfrm>
            <a:off x="530352" y="4425696"/>
            <a:ext cx="3200400" cy="1389888"/>
          </a:xfrm>
          <a:prstGeom prst="roundRect">
            <a:avLst>
              <a:gd name="adj" fmla="val 6579"/>
            </a:avLst>
          </a:prstGeom>
          <a:solidFill>
            <a:srgbClr val="2E2E38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008" name="stat-value-3"/>
          <p:cNvSpPr txBox="1"/>
          <p:nvPr/>
        </p:nvSpPr>
        <p:spPr>
          <a:xfrm>
            <a:off x="758952" y="459028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5D9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{{stat3}}</a:t>
            </a:r>
            <a:endParaRPr lang="en-US" sz="3200" dirty="0"/>
          </a:p>
        </p:txBody>
      </p:sp>
      <p:sp>
        <p:nvSpPr>
          <p:cNvPr id="1009" name="stat-label-3"/>
          <p:cNvSpPr txBox="1"/>
          <p:nvPr/>
        </p:nvSpPr>
        <p:spPr>
          <a:xfrm>
            <a:off x="758952" y="52303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{{stat3_text}}</a:t>
            </a:r>
            <a:endParaRPr lang="en-US" sz="1150" dirty="0"/>
          </a:p>
        </p:txBody>
      </p:sp>
      <p:sp>
        <p:nvSpPr>
          <p:cNvPr id="1010" name="summary-body"/>
          <p:cNvSpPr txBox="1"/>
          <p:nvPr/>
        </p:nvSpPr>
        <p:spPr>
          <a:xfrm>
            <a:off x="4069080" y="1234440"/>
            <a:ext cx="6949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700"/>
              </a:spcBef>
              <a:buNone/>
            </a:pPr>
            <a:r>
              <a:rPr lang="en-US" sz="130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Context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{{s1_context}}</a:t>
            </a:r>
            <a:endParaRPr lang="en-US" sz="13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30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Key findings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{{s1_finding1}}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{{s1_finding2}}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{{s1_finding3}}</a:t>
            </a:r>
            <a:endParaRPr lang="en-US" sz="13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30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Top priorities (score out of 5)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{{s1_priorities}}</a:t>
            </a:r>
            <a:endParaRPr lang="en-US" sz="13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30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Implication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{{s1_implication}}</a:t>
            </a:r>
            <a:endParaRPr lang="en-US" sz="1300" dirty="0"/>
          </a:p>
        </p:txBody>
      </p:sp>
      <p:sp>
        <p:nvSpPr>
          <p:cNvPr id="1011" name="footnote"/>
          <p:cNvSpPr txBox="1"/>
          <p:nvPr/>
        </p:nvSpPr>
        <p:spPr>
          <a:xfrm>
            <a:off x="530352" y="60167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BFBFC7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{{s1_footnote}}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136" name="TextBox 135">
            <a:extLst>
              <a:ext uri="{FF2B5EF4-FFF2-40B4-BE49-F238E27FC236}">
                <a16:creationId xmlns:a16="http://schemas.microsoft.com/office/drawing/2014/main" id="{65FFDA4A-D922-B33B-FBEB-981B63BFC4C6}"/>
              </a:ext>
            </a:extLst>
          </p:cNvPr>
          <p:cNvSpPr txBox="1"/>
          <p:nvPr/>
        </p:nvSpPr>
        <p:spPr>
          <a:xfrm>
            <a:off x="502920" y="235958"/>
            <a:ext cx="110540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{{s2_title}}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E600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05F86720-086F-3C27-A8EC-CAC7CD478ED6}"/>
              </a:ext>
            </a:extLst>
          </p:cNvPr>
          <p:cNvSpPr txBox="1"/>
          <p:nvPr/>
        </p:nvSpPr>
        <p:spPr>
          <a:xfrm>
            <a:off x="530352" y="667845"/>
            <a:ext cx="80467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{{client_name}}  |  {{s2_section}}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13DE41D7-E70C-E673-EFB2-5B0B24E50A54}"/>
              </a:ext>
            </a:extLst>
          </p:cNvPr>
          <p:cNvSpPr/>
          <p:nvPr/>
        </p:nvSpPr>
        <p:spPr>
          <a:xfrm>
            <a:off x="530352" y="932688"/>
            <a:ext cx="2103120" cy="22860"/>
          </a:xfrm>
          <a:prstGeom prst="rect">
            <a:avLst/>
          </a:prstGeom>
          <a:solidFill>
            <a:srgbClr val="FFE6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A57ADCA6-AA98-2306-44E4-83F1FA6E80FA}"/>
              </a:ext>
            </a:extLst>
          </p:cNvPr>
          <p:cNvSpPr/>
          <p:nvPr/>
        </p:nvSpPr>
        <p:spPr>
          <a:xfrm>
            <a:off x="2624328" y="932688"/>
            <a:ext cx="2103120" cy="22860"/>
          </a:xfrm>
          <a:prstGeom prst="rect">
            <a:avLst/>
          </a:prstGeom>
          <a:solidFill>
            <a:srgbClr val="F4B183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1EA9AF8-C432-785B-96AA-42D4913F2639}"/>
              </a:ext>
            </a:extLst>
          </p:cNvPr>
          <p:cNvSpPr/>
          <p:nvPr/>
        </p:nvSpPr>
        <p:spPr>
          <a:xfrm>
            <a:off x="4718304" y="932688"/>
            <a:ext cx="2103120" cy="22860"/>
          </a:xfrm>
          <a:prstGeom prst="rect">
            <a:avLst/>
          </a:prstGeom>
          <a:solidFill>
            <a:srgbClr val="B565D9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EF5453C5-83A5-50BE-FE2B-2DE1890A9808}"/>
              </a:ext>
            </a:extLst>
          </p:cNvPr>
          <p:cNvSpPr/>
          <p:nvPr/>
        </p:nvSpPr>
        <p:spPr>
          <a:xfrm>
            <a:off x="6812280" y="932688"/>
            <a:ext cx="2103120" cy="22860"/>
          </a:xfrm>
          <a:prstGeom prst="rect">
            <a:avLst/>
          </a:prstGeom>
          <a:solidFill>
            <a:srgbClr val="4E95D9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B05D98F-1E52-745C-7EFF-47A015F6CDC1}"/>
              </a:ext>
            </a:extLst>
          </p:cNvPr>
          <p:cNvSpPr/>
          <p:nvPr/>
        </p:nvSpPr>
        <p:spPr>
          <a:xfrm>
            <a:off x="8906256" y="932688"/>
            <a:ext cx="2103120" cy="22860"/>
          </a:xfrm>
          <a:prstGeom prst="rect">
            <a:avLst/>
          </a:prstGeom>
          <a:solidFill>
            <a:srgbClr val="19D3D1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1001" name="priority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1188720"/>
          <a:ext cx="10479024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395728"/>
                <a:gridCol w="1325880"/>
                <a:gridCol w="1600200"/>
                <a:gridCol w="566928"/>
                <a:gridCol w="731520"/>
                <a:gridCol w="3493008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E600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#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E600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Sub-theme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E600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NBSAP $ | no.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E600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Client exposure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E600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Score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E600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Tier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E600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Key client evidence</a:t>
                      </a:r>
                      <a:endParaRPr lang="en-US" sz="11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3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1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2F2F2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{{1_name}}</a:t>
                      </a:r>
                      <a:endParaRPr lang="en-US" sz="10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{{1_nbsap}}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{{1_exp}}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E600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{{1s}}</a:t>
                      </a:r>
                      <a:endParaRPr lang="en-US" sz="10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2F2F2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{{1t}}</a:t>
                      </a:r>
                      <a:endParaRPr lang="en-US" sz="10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5F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{{1_evid}}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2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2F2F2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{{2_name}}</a:t>
                      </a:r>
                      <a:endParaRPr lang="en-US" sz="10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{{2_nbsap}}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{{2_exp}}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E600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{{2s}}</a:t>
                      </a:r>
                      <a:endParaRPr lang="en-US" sz="10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2F2F2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{{2t}}</a:t>
                      </a:r>
                      <a:endParaRPr lang="en-US" sz="10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5F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{{2_evid}}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3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2F2F2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{{3_name}}</a:t>
                      </a:r>
                      <a:endParaRPr lang="en-US" sz="10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{{3_nbsap}}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{{3_exp}}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E600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{{3s}}</a:t>
                      </a:r>
                      <a:endParaRPr lang="en-US" sz="10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2F2F2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{{3t}}</a:t>
                      </a:r>
                      <a:endParaRPr lang="en-US" sz="10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5F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{{3_evid}}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4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2F2F2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{{4_name}}</a:t>
                      </a:r>
                      <a:endParaRPr lang="en-US" sz="10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{{4_nbsap}}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{{4_exp}}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E600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{{4s}}</a:t>
                      </a:r>
                      <a:endParaRPr lang="en-US" sz="10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2F2F2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{{4t}}</a:t>
                      </a:r>
                      <a:endParaRPr lang="en-US" sz="10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5F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{{4_evid}}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5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2F2F2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{{5_name}}</a:t>
                      </a:r>
                      <a:endParaRPr lang="en-US" sz="10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{{5_nbsap}}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{{5_exp}}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E600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{{5s}}</a:t>
                      </a:r>
                      <a:endParaRPr lang="en-US" sz="10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2F2F2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{{5t}}</a:t>
                      </a:r>
                      <a:endParaRPr lang="en-US" sz="10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5F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{{5_evid}}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6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2F2F2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{{6_name}}</a:t>
                      </a:r>
                      <a:endParaRPr lang="en-US" sz="10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{{6_nbsap}}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{{6_exp}}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E600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{{6s}}</a:t>
                      </a:r>
                      <a:endParaRPr lang="en-US" sz="10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2F2F2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{{6t}}</a:t>
                      </a:r>
                      <a:endParaRPr lang="en-US" sz="10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5F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{{6_evid}}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7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2F2F2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{{7_name}}</a:t>
                      </a:r>
                      <a:endParaRPr lang="en-US" sz="10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{{7_nbsap}}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{{7_exp}}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E600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{{7s}}</a:t>
                      </a:r>
                      <a:endParaRPr lang="en-US" sz="10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2F2F2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{{7t}}</a:t>
                      </a:r>
                      <a:endParaRPr lang="en-US" sz="10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5F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{{7_evid}}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8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2F2F2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{{8_name}}</a:t>
                      </a:r>
                      <a:endParaRPr lang="en-US" sz="10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{{8_nbsap}}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{{8_exp}}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E600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{{8s}}</a:t>
                      </a:r>
                      <a:endParaRPr lang="en-US" sz="10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2F2F2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{{8t}}</a:t>
                      </a:r>
                      <a:endParaRPr lang="en-US" sz="10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5F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{{8_evid}}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9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2F2F2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{{9_name}}</a:t>
                      </a:r>
                      <a:endParaRPr lang="en-US" sz="10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{{9_nbsap}}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{{9_exp}}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E600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{{9s}}</a:t>
                      </a:r>
                      <a:endParaRPr lang="en-US" sz="10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2F2F2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{{9t}}</a:t>
                      </a:r>
                      <a:endParaRPr lang="en-US" sz="10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5F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{{9_evid}}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10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2F2F2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{{10_name}}</a:t>
                      </a:r>
                      <a:endParaRPr lang="en-US" sz="10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{{10_nbsap}}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{{10_exp}}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E600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{{10s}}</a:t>
                      </a:r>
                      <a:endParaRPr lang="en-US" sz="10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2F2F2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{{10t}}</a:t>
                      </a:r>
                      <a:endParaRPr lang="en-US" sz="10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5F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{{10_evid}}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11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2F2F2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{{11_name}}</a:t>
                      </a:r>
                      <a:endParaRPr lang="en-US" sz="10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{{11_nbsap}}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{{11_exp}}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E600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{{11s}}</a:t>
                      </a:r>
                      <a:endParaRPr lang="en-US" sz="10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2F2F2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{{11t}}</a:t>
                      </a:r>
                      <a:endParaRPr lang="en-US" sz="10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5F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{{11_evid}}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12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2F2F2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{{12_name}}</a:t>
                      </a:r>
                      <a:endParaRPr lang="en-US" sz="10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{{12_nbsap}}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{{12_exp}}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E600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{{12s}}</a:t>
                      </a:r>
                      <a:endParaRPr lang="en-US" sz="10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2F2F2"/>
                          </a:solidFill>
                          <a:latin typeface="EYInterstate" pitchFamily="34" charset="0"/>
                          <a:ea typeface="EYInterstate" pitchFamily="34" charset="-122"/>
                          <a:cs typeface="EYInterstate" pitchFamily="34" charset="-120"/>
                        </a:rPr>
                        <a:t>{{12t}}</a:t>
                      </a:r>
                      <a:endParaRPr lang="en-US" sz="1000" dirty="0">
                        <a:latin typeface="EYInterstate" charset="0"/>
                        <a:ea typeface="EYInterstate" charset="0"/>
                        <a:cs typeface="EYInterstate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5F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2F2"/>
                          </a:solidFill>
                          <a:latin typeface="EYInterstate Light" pitchFamily="34" charset="0"/>
                          <a:ea typeface="EYInterstate Light" pitchFamily="34" charset="-122"/>
                          <a:cs typeface="EYInterstate Light" pitchFamily="34" charset="-120"/>
                        </a:rPr>
                        <a:t>{{12_evid}}</a:t>
                      </a:r>
                      <a:endParaRPr lang="en-US" sz="1000" dirty="0">
                        <a:latin typeface="EYInterstate Light" charset="0"/>
                        <a:ea typeface="EYInterstate Light" charset="0"/>
                        <a:cs typeface="EYInterstate Light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B"/>
                    </a:solidFill>
                  </a:tcPr>
                </a:tc>
              </a:tr>
            </a:tbl>
          </a:graphicData>
        </a:graphic>
      </p:graphicFrame>
      <p:sp>
        <p:nvSpPr>
          <p:cNvPr id="1002" name="low-panel"/>
          <p:cNvSpPr/>
          <p:nvPr/>
        </p:nvSpPr>
        <p:spPr>
          <a:xfrm>
            <a:off x="530352" y="5138928"/>
            <a:ext cx="10479024" cy="685800"/>
          </a:xfrm>
          <a:prstGeom prst="roundRect">
            <a:avLst>
              <a:gd name="adj" fmla="val 10667"/>
            </a:avLst>
          </a:prstGeom>
          <a:solidFill>
            <a:srgbClr val="2E2E38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003" name="low-text"/>
          <p:cNvSpPr txBox="1"/>
          <p:nvPr/>
        </p:nvSpPr>
        <p:spPr>
          <a:xfrm>
            <a:off x="713232" y="5184648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Low (below 3.0): </a:t>
            </a:r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{{low_list}} </a:t>
            </a:r>
            <a:pPr indent="0" marL="0">
              <a:buNone/>
            </a:pPr>
            <a:r>
              <a:rPr lang="en-US" sz="1100" i="1" dirty="0">
                <a:solidFill>
                  <a:srgbClr val="BFBFC7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{{s2_low_note}}</a:t>
            </a:r>
            <a:endParaRPr lang="en-US" sz="1100" dirty="0"/>
          </a:p>
        </p:txBody>
      </p:sp>
      <p:sp>
        <p:nvSpPr>
          <p:cNvPr id="1004" name="footnote"/>
          <p:cNvSpPr txBox="1"/>
          <p:nvPr/>
        </p:nvSpPr>
        <p:spPr>
          <a:xfrm>
            <a:off x="530352" y="5897880"/>
            <a:ext cx="10479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BFBFC7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{{s2_footnote}}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136" name="TextBox 135">
            <a:extLst>
              <a:ext uri="{FF2B5EF4-FFF2-40B4-BE49-F238E27FC236}">
                <a16:creationId xmlns:a16="http://schemas.microsoft.com/office/drawing/2014/main" id="{65FFDA4A-D922-B33B-FBEB-981B63BFC4C6}"/>
              </a:ext>
            </a:extLst>
          </p:cNvPr>
          <p:cNvSpPr txBox="1"/>
          <p:nvPr/>
        </p:nvSpPr>
        <p:spPr>
          <a:xfrm>
            <a:off x="502920" y="235958"/>
            <a:ext cx="110540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{{s3_title}}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E600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05F86720-086F-3C27-A8EC-CAC7CD478ED6}"/>
              </a:ext>
            </a:extLst>
          </p:cNvPr>
          <p:cNvSpPr txBox="1"/>
          <p:nvPr/>
        </p:nvSpPr>
        <p:spPr>
          <a:xfrm>
            <a:off x="530352" y="667845"/>
            <a:ext cx="80467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{{client_name}}  |  {{s3_section}}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13DE41D7-E70C-E673-EFB2-5B0B24E50A54}"/>
              </a:ext>
            </a:extLst>
          </p:cNvPr>
          <p:cNvSpPr/>
          <p:nvPr/>
        </p:nvSpPr>
        <p:spPr>
          <a:xfrm>
            <a:off x="530352" y="932688"/>
            <a:ext cx="2103120" cy="22860"/>
          </a:xfrm>
          <a:prstGeom prst="rect">
            <a:avLst/>
          </a:prstGeom>
          <a:solidFill>
            <a:srgbClr val="FFE6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A57ADCA6-AA98-2306-44E4-83F1FA6E80FA}"/>
              </a:ext>
            </a:extLst>
          </p:cNvPr>
          <p:cNvSpPr/>
          <p:nvPr/>
        </p:nvSpPr>
        <p:spPr>
          <a:xfrm>
            <a:off x="2624328" y="932688"/>
            <a:ext cx="2103120" cy="22860"/>
          </a:xfrm>
          <a:prstGeom prst="rect">
            <a:avLst/>
          </a:prstGeom>
          <a:solidFill>
            <a:srgbClr val="F4B183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1EA9AF8-C432-785B-96AA-42D4913F2639}"/>
              </a:ext>
            </a:extLst>
          </p:cNvPr>
          <p:cNvSpPr/>
          <p:nvPr/>
        </p:nvSpPr>
        <p:spPr>
          <a:xfrm>
            <a:off x="4718304" y="932688"/>
            <a:ext cx="2103120" cy="22860"/>
          </a:xfrm>
          <a:prstGeom prst="rect">
            <a:avLst/>
          </a:prstGeom>
          <a:solidFill>
            <a:srgbClr val="B565D9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EF5453C5-83A5-50BE-FE2B-2DE1890A9808}"/>
              </a:ext>
            </a:extLst>
          </p:cNvPr>
          <p:cNvSpPr/>
          <p:nvPr/>
        </p:nvSpPr>
        <p:spPr>
          <a:xfrm>
            <a:off x="6812280" y="932688"/>
            <a:ext cx="2103120" cy="22860"/>
          </a:xfrm>
          <a:prstGeom prst="rect">
            <a:avLst/>
          </a:prstGeom>
          <a:solidFill>
            <a:srgbClr val="4E95D9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B05D98F-1E52-745C-7EFF-47A015F6CDC1}"/>
              </a:ext>
            </a:extLst>
          </p:cNvPr>
          <p:cNvSpPr/>
          <p:nvPr/>
        </p:nvSpPr>
        <p:spPr>
          <a:xfrm>
            <a:off x="8906256" y="932688"/>
            <a:ext cx="2103120" cy="22860"/>
          </a:xfrm>
          <a:prstGeom prst="rect">
            <a:avLst/>
          </a:prstGeom>
          <a:solidFill>
            <a:srgbClr val="19D3D1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01" name="card-1"/>
          <p:cNvSpPr/>
          <p:nvPr/>
        </p:nvSpPr>
        <p:spPr>
          <a:xfrm>
            <a:off x="530352" y="1234440"/>
            <a:ext cx="2459736" cy="3493008"/>
          </a:xfrm>
          <a:prstGeom prst="roundRect">
            <a:avLst>
              <a:gd name="adj" fmla="val 3717"/>
            </a:avLst>
          </a:prstGeom>
          <a:solidFill>
            <a:srgbClr val="2E2E38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002" name="card-num-bg-1"/>
          <p:cNvSpPr/>
          <p:nvPr/>
        </p:nvSpPr>
        <p:spPr>
          <a:xfrm>
            <a:off x="713232" y="1417320"/>
            <a:ext cx="411480" cy="41148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1003" name="card-num-1"/>
          <p:cNvSpPr txBox="1"/>
          <p:nvPr/>
        </p:nvSpPr>
        <p:spPr>
          <a:xfrm>
            <a:off x="713232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4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1</a:t>
            </a:r>
            <a:endParaRPr lang="en-US" sz="1600" dirty="0"/>
          </a:p>
        </p:txBody>
      </p:sp>
      <p:sp>
        <p:nvSpPr>
          <p:cNvPr id="1004" name="card-head-1"/>
          <p:cNvSpPr txBox="1"/>
          <p:nvPr/>
        </p:nvSpPr>
        <p:spPr>
          <a:xfrm>
            <a:off x="1261872" y="1389888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2F2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{{s3_card1_title}}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FFE600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Score {{s3_card1_score}}</a:t>
            </a:r>
            <a:endParaRPr lang="en-US" sz="1350" dirty="0"/>
          </a:p>
        </p:txBody>
      </p:sp>
      <p:sp>
        <p:nvSpPr>
          <p:cNvPr id="1005" name="card-body-1"/>
          <p:cNvSpPr txBox="1"/>
          <p:nvPr/>
        </p:nvSpPr>
        <p:spPr>
          <a:xfrm>
            <a:off x="694944" y="2130552"/>
            <a:ext cx="213055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What the public evidence shows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{{s3_card1_evidence}}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How EY could support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{{s3_card1_support}}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Indicative output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{{s3_card1_output}}</a:t>
            </a:r>
            <a:endParaRPr lang="en-US" sz="1050" dirty="0"/>
          </a:p>
        </p:txBody>
      </p:sp>
      <p:sp>
        <p:nvSpPr>
          <p:cNvPr id="1006" name="card-2"/>
          <p:cNvSpPr/>
          <p:nvPr/>
        </p:nvSpPr>
        <p:spPr>
          <a:xfrm>
            <a:off x="3203143" y="1234440"/>
            <a:ext cx="2459736" cy="3493008"/>
          </a:xfrm>
          <a:prstGeom prst="roundRect">
            <a:avLst>
              <a:gd name="adj" fmla="val 3717"/>
            </a:avLst>
          </a:prstGeom>
          <a:solidFill>
            <a:srgbClr val="2E2E38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007" name="card-num-bg-2"/>
          <p:cNvSpPr/>
          <p:nvPr/>
        </p:nvSpPr>
        <p:spPr>
          <a:xfrm>
            <a:off x="3386023" y="1417320"/>
            <a:ext cx="411480" cy="411480"/>
          </a:xfrm>
          <a:prstGeom prst="rect">
            <a:avLst/>
          </a:prstGeom>
          <a:solidFill>
            <a:srgbClr val="F4B183"/>
          </a:solidFill>
          <a:ln/>
        </p:spPr>
      </p:sp>
      <p:sp>
        <p:nvSpPr>
          <p:cNvPr id="1008" name="card-num-2"/>
          <p:cNvSpPr txBox="1"/>
          <p:nvPr/>
        </p:nvSpPr>
        <p:spPr>
          <a:xfrm>
            <a:off x="3386023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4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2</a:t>
            </a:r>
            <a:endParaRPr lang="en-US" sz="1600" dirty="0"/>
          </a:p>
        </p:txBody>
      </p:sp>
      <p:sp>
        <p:nvSpPr>
          <p:cNvPr id="1009" name="card-head-2"/>
          <p:cNvSpPr txBox="1"/>
          <p:nvPr/>
        </p:nvSpPr>
        <p:spPr>
          <a:xfrm>
            <a:off x="3934663" y="1389888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2F2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{{s3_card2_title}}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F4B183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Score {{s3_card2_score}}</a:t>
            </a:r>
            <a:endParaRPr lang="en-US" sz="1350" dirty="0"/>
          </a:p>
        </p:txBody>
      </p:sp>
      <p:sp>
        <p:nvSpPr>
          <p:cNvPr id="1010" name="card-body-2"/>
          <p:cNvSpPr txBox="1"/>
          <p:nvPr/>
        </p:nvSpPr>
        <p:spPr>
          <a:xfrm>
            <a:off x="3367735" y="2130552"/>
            <a:ext cx="213055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What the public evidence shows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{{s3_card2_evidence}}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How EY could support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{{s3_card2_support}}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Indicative output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{{s3_card2_output}}</a:t>
            </a:r>
            <a:endParaRPr lang="en-US" sz="1050" dirty="0"/>
          </a:p>
        </p:txBody>
      </p:sp>
      <p:sp>
        <p:nvSpPr>
          <p:cNvPr id="1011" name="card-3"/>
          <p:cNvSpPr/>
          <p:nvPr/>
        </p:nvSpPr>
        <p:spPr>
          <a:xfrm>
            <a:off x="5875934" y="1234440"/>
            <a:ext cx="2459736" cy="3493008"/>
          </a:xfrm>
          <a:prstGeom prst="roundRect">
            <a:avLst>
              <a:gd name="adj" fmla="val 3717"/>
            </a:avLst>
          </a:prstGeom>
          <a:solidFill>
            <a:srgbClr val="2E2E38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012" name="card-num-bg-3"/>
          <p:cNvSpPr/>
          <p:nvPr/>
        </p:nvSpPr>
        <p:spPr>
          <a:xfrm>
            <a:off x="6058814" y="1417320"/>
            <a:ext cx="411480" cy="411480"/>
          </a:xfrm>
          <a:prstGeom prst="rect">
            <a:avLst/>
          </a:prstGeom>
          <a:solidFill>
            <a:srgbClr val="B565D9"/>
          </a:solidFill>
          <a:ln/>
        </p:spPr>
      </p:sp>
      <p:sp>
        <p:nvSpPr>
          <p:cNvPr id="1013" name="card-num-3"/>
          <p:cNvSpPr txBox="1"/>
          <p:nvPr/>
        </p:nvSpPr>
        <p:spPr>
          <a:xfrm>
            <a:off x="6058814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4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3</a:t>
            </a:r>
            <a:endParaRPr lang="en-US" sz="1600" dirty="0"/>
          </a:p>
        </p:txBody>
      </p:sp>
      <p:sp>
        <p:nvSpPr>
          <p:cNvPr id="1014" name="card-head-3"/>
          <p:cNvSpPr txBox="1"/>
          <p:nvPr/>
        </p:nvSpPr>
        <p:spPr>
          <a:xfrm>
            <a:off x="6607454" y="1389888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2F2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{{s3_card3_title}}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B565D9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Score {{s3_card3_score}}</a:t>
            </a:r>
            <a:endParaRPr lang="en-US" sz="1350" dirty="0"/>
          </a:p>
        </p:txBody>
      </p:sp>
      <p:sp>
        <p:nvSpPr>
          <p:cNvPr id="1015" name="card-body-3"/>
          <p:cNvSpPr txBox="1"/>
          <p:nvPr/>
        </p:nvSpPr>
        <p:spPr>
          <a:xfrm>
            <a:off x="6040526" y="2130552"/>
            <a:ext cx="213055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What the public evidence shows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{{s3_card3_evidence}}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How EY could support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{{s3_card3_support}}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Indicative output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{{s3_card3_output}}</a:t>
            </a:r>
            <a:endParaRPr lang="en-US" sz="1050" dirty="0"/>
          </a:p>
        </p:txBody>
      </p:sp>
      <p:sp>
        <p:nvSpPr>
          <p:cNvPr id="1016" name="card-4"/>
          <p:cNvSpPr/>
          <p:nvPr/>
        </p:nvSpPr>
        <p:spPr>
          <a:xfrm>
            <a:off x="8548726" y="1234440"/>
            <a:ext cx="2459736" cy="3493008"/>
          </a:xfrm>
          <a:prstGeom prst="roundRect">
            <a:avLst>
              <a:gd name="adj" fmla="val 3717"/>
            </a:avLst>
          </a:prstGeom>
          <a:solidFill>
            <a:srgbClr val="2E2E38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017" name="card-num-bg-4"/>
          <p:cNvSpPr/>
          <p:nvPr/>
        </p:nvSpPr>
        <p:spPr>
          <a:xfrm>
            <a:off x="8731606" y="1417320"/>
            <a:ext cx="411480" cy="411480"/>
          </a:xfrm>
          <a:prstGeom prst="rect">
            <a:avLst/>
          </a:prstGeom>
          <a:solidFill>
            <a:srgbClr val="4E95D9"/>
          </a:solidFill>
          <a:ln/>
        </p:spPr>
      </p:sp>
      <p:sp>
        <p:nvSpPr>
          <p:cNvPr id="1018" name="card-num-4"/>
          <p:cNvSpPr txBox="1"/>
          <p:nvPr/>
        </p:nvSpPr>
        <p:spPr>
          <a:xfrm>
            <a:off x="8731606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4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4</a:t>
            </a:r>
            <a:endParaRPr lang="en-US" sz="1600" dirty="0"/>
          </a:p>
        </p:txBody>
      </p:sp>
      <p:sp>
        <p:nvSpPr>
          <p:cNvPr id="1019" name="card-head-4"/>
          <p:cNvSpPr txBox="1"/>
          <p:nvPr/>
        </p:nvSpPr>
        <p:spPr>
          <a:xfrm>
            <a:off x="9280246" y="1389888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2F2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{{s3_card4_title}}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4E95D9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Score {{s3_card4_score}}</a:t>
            </a:r>
            <a:endParaRPr lang="en-US" sz="1350" dirty="0"/>
          </a:p>
        </p:txBody>
      </p:sp>
      <p:sp>
        <p:nvSpPr>
          <p:cNvPr id="1020" name="card-body-4"/>
          <p:cNvSpPr txBox="1"/>
          <p:nvPr/>
        </p:nvSpPr>
        <p:spPr>
          <a:xfrm>
            <a:off x="8713318" y="2130552"/>
            <a:ext cx="213055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What the public evidence shows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{{s3_card4_evidence}}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How EY could support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{{s3_card4_support}}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Indicative output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{{s3_card4_output}}</a:t>
            </a:r>
            <a:endParaRPr lang="en-US" sz="1050" dirty="0"/>
          </a:p>
        </p:txBody>
      </p:sp>
      <p:sp>
        <p:nvSpPr>
          <p:cNvPr id="1021" name="cross-cutting"/>
          <p:cNvSpPr txBox="1"/>
          <p:nvPr/>
        </p:nvSpPr>
        <p:spPr>
          <a:xfrm>
            <a:off x="530352" y="4846320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Across all four: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{{s3_crosscutting}}</a:t>
            </a:r>
            <a:endParaRPr lang="en-US" sz="1200" dirty="0"/>
          </a:p>
        </p:txBody>
      </p:sp>
      <p:sp>
        <p:nvSpPr>
          <p:cNvPr id="1022" name="next-steps-panel"/>
          <p:cNvSpPr/>
          <p:nvPr/>
        </p:nvSpPr>
        <p:spPr>
          <a:xfrm>
            <a:off x="530352" y="5230368"/>
            <a:ext cx="10479024" cy="658368"/>
          </a:xfrm>
          <a:prstGeom prst="roundRect">
            <a:avLst>
              <a:gd name="adj" fmla="val 11111"/>
            </a:avLst>
          </a:prstGeom>
          <a:solidFill>
            <a:srgbClr val="2E2E38"/>
          </a:solidFill>
          <a:ln w="9525">
            <a:solidFill>
              <a:srgbClr val="3A3A46"/>
            </a:solidFill>
            <a:prstDash val="solid"/>
          </a:ln>
        </p:spPr>
      </p:sp>
      <p:sp>
        <p:nvSpPr>
          <p:cNvPr id="1023" name="next-steps"/>
          <p:cNvSpPr txBox="1"/>
          <p:nvPr/>
        </p:nvSpPr>
        <p:spPr>
          <a:xfrm>
            <a:off x="731520" y="5266944"/>
            <a:ext cx="10104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600"/>
                </a:solidFill>
                <a:latin typeface="EYInterstate" pitchFamily="34" charset="0"/>
                <a:ea typeface="EYInterstate" pitchFamily="34" charset="-122"/>
                <a:cs typeface="EYInterstate" pitchFamily="34" charset="-120"/>
              </a:rPr>
              <a:t>Proposed next steps  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1. {{s3_next1}}   2. {{s3_next2}}   3. {{s3_next3}}</a:t>
            </a:r>
            <a:endParaRPr lang="en-US" sz="1200" dirty="0"/>
          </a:p>
        </p:txBody>
      </p:sp>
      <p:sp>
        <p:nvSpPr>
          <p:cNvPr id="1024" name="footnote"/>
          <p:cNvSpPr txBox="1"/>
          <p:nvPr/>
        </p:nvSpPr>
        <p:spPr>
          <a:xfrm>
            <a:off x="530352" y="59436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BFBFC7"/>
                </a:solidFill>
                <a:latin typeface="EYInterstate Light" pitchFamily="34" charset="0"/>
                <a:ea typeface="EYInterstate Light" pitchFamily="34" charset="-122"/>
                <a:cs typeface="EYInterstate Light" pitchFamily="34" charset="-120"/>
              </a:rPr>
              <a:t>{{s3_footnote}}</a:t>
            </a:r>
            <a:endParaRPr lang="en-US" sz="9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EY Core Slides">
  <a:themeElements>
    <a:clrScheme name="Custom 84">
      <a:dk1>
        <a:srgbClr val="1A1A24"/>
      </a:dk1>
      <a:lt1>
        <a:srgbClr val="FFFFFF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FFE600"/>
      </a:hlink>
      <a:folHlink>
        <a:srgbClr val="FFE600"/>
      </a:folHlink>
    </a:clrScheme>
    <a:fontScheme name="Custom 10">
      <a:majorFont>
        <a:latin typeface="EYInterstate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2"/>
          </a:solidFill>
          <a:miter lim="800000"/>
        </a:ln>
      </a:spPr>
      <a:bodyPr lIns="108000" tIns="108000" rIns="108000" bIns="108000" rtlCol="0" anchor="t" anchorCtr="0"/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Font typeface="Wingdings" pitchFamily="2" charset="2"/>
          <a:buChar char="§"/>
          <a:defRPr sz="20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ark-global-widescreen-presentation-template-v2.4.potx" id="{884888A5-C629-42F8-9D4B-3CDF061885ED}" vid="{39A1E73B-99D1-4B7B-ACBD-88B4D756EAAE}"/>
    </a:ext>
  </a:extLst>
</a:theme>
</file>

<file path=ppt/theme/theme2.xml><?xml version="1.0" encoding="utf-8"?>
<a:theme xmlns:a="http://schemas.openxmlformats.org/drawingml/2006/main" name="1_EY Core Slides">
  <a:themeElements>
    <a:clrScheme name="Custom 84">
      <a:dk1>
        <a:srgbClr val="1A1A24"/>
      </a:dk1>
      <a:lt1>
        <a:srgbClr val="FFFFFF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FFE600"/>
      </a:hlink>
      <a:folHlink>
        <a:srgbClr val="FFE600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2"/>
          </a:solidFill>
          <a:miter lim="800000"/>
        </a:ln>
      </a:spPr>
      <a:bodyPr lIns="108000" tIns="108000" rIns="108000" bIns="108000" rtlCol="0" anchor="t" anchorCtr="0"/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Font typeface="Wingdings" pitchFamily="2" charset="2"/>
          <a:buChar char="§"/>
          <a:defRPr sz="20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ark_EY All In PowerPoint Onscreen (Widescreen) 2024 PowerPoint ribbon (FINAL).pptx" id="{74B484E2-2FF1-4219-84B9-072474B8FEB1}" vid="{2AA547DC-10FC-4772-B511-C540E0FE6E5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</Words>
  <Application>Microsoft Office PowerPoint</Application>
  <PresentationFormat>Widescreen</PresentationFormat>
  <Paragraphs>9</Paragraphs>
  <Slides>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3" baseType="lpstr">
      <vt:lpstr>Aptos</vt:lpstr>
      <vt:lpstr>Arial</vt:lpstr>
      <vt:lpstr>Calibri</vt:lpstr>
      <vt:lpstr>EYInterstate</vt:lpstr>
      <vt:lpstr>EYInterstate Light</vt:lpstr>
      <vt:lpstr>EYInterstate Regular</vt:lpstr>
      <vt:lpstr>Georgia Pro</vt:lpstr>
      <vt:lpstr>Wingdings</vt:lpstr>
      <vt:lpstr>EY Core Slides</vt:lpstr>
      <vt:lpstr>1_EY Core Slides</vt:lpstr>
      <vt:lpstr>think-cell Slide</vt:lpstr>
      <vt:lpstr>Deck Title</vt:lpstr>
      <vt:lpstr>PowerPoint Presentation</vt:lpstr>
    </vt:vector>
  </TitlesOfParts>
  <Company>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Manikanta Dakoju</dc:creator>
  <cp:lastModifiedBy>Manikanta Dakoju</cp:lastModifiedBy>
  <cp:revision>1</cp:revision>
  <dcterms:created xsi:type="dcterms:W3CDTF">2026-10-07T20:03:48Z</dcterms:created>
  <dcterms:modified xsi:type="dcterms:W3CDTF">2026-10-07T20:06:08Z</dcterms:modified>
</cp:coreProperties>
</file>